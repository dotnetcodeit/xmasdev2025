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2" autoAdjust="0"/>
    <p:restoredTop sz="94684"/>
  </p:normalViewPr>
  <p:slideViewPr>
    <p:cSldViewPr snapToGrid="0" snapToObjects="1">
      <p:cViewPr>
        <p:scale>
          <a:sx n="100" d="100"/>
          <a:sy n="100" d="100"/>
        </p:scale>
        <p:origin x="-303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2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'Missione Natale Protetto: Autenticazione moderna in Blazor con OpenID Connect, Passwordless e FIDO2'. The session is presented by: Andrea Dottor.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'Missione Natale Protetto: Autenticazione moderna in Blazor con OpenID Connect, Passwordless e FIDO2'. Presented by: Andrea Dottor.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'Missione Natale Protetto: Autenticazione moderna in Blazor con OpenID Connect, Passwordless e FIDO2'.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'Missione Natale Protetto: Autenticazione moderna in Blazor con OpenID Connect, Passwordless e FIDO2'.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'Missione Natale Protetto: Autenticazione moderna in Blazor con OpenID Connect, Passwordless e FIDO2'. Ask audience to scan the QR code or visit https://vote.dotnetdev.it/vote/xqt335vh/1022024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Missione Natale Protetto: Autenticazione moderna in Blazor con OpenID Connect, Passwordless e FIDO2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5844C346-E9D9-135D-A4A5-39E51BF6C2B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Missione Natale Protetto: Autenticazione moderna in Blazor con OpenID Connect, Passwordless e FIDO2 by Andrea Dottor" descr="1022024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607FFD3-333D-5A92-980F-D710F1A0FF67}"/>
                </a:ext>
              </a:extLst>
            </p:cNvPr>
            <p:cNvSpPr/>
            <p:nvPr/>
          </p:nvSpPr>
          <p:spPr>
            <a:xfrm>
              <a:off x="11039475" y="6096000"/>
              <a:ext cx="762000" cy="685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Missione Natale Protetto: Autenticazione moderna in Blazor con OpenID Connect, Passwordless e FIDO2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Missione Natale Protetto: Autenticazione moderna in Blazor con OpenID Connect, Passwordless e FIDO2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Missione Natale Protetto: Autenticazione moderna in Blazor con OpenID Connect, Passwordless e FIDO2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https://vote.dotnetdev.it/vote/xqt335vh/1022024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Missione Natale Protetto: Autenticazione moderna in Blazor con OpenID Connect, Passwordless e FIDO2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321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Missione Natale Protetto: Autenticazione moderna in Blazor con OpenID Connect, Passwordless e FIDO2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Missione Natale Protetto: Autenticazione moderna in Blazor con OpenID Connect, Passwordless e FIDO2</dc:title>
  <dc:subject>Conference session: Missione Natale Protetto: Autenticazione moderna in Blazor con OpenID Connect, Passwordless e FIDO2</dc:subject>
  <dc:creator>Carmine Alfano</dc:creator>
  <cp:lastModifiedBy>Ivan Persiani</cp:lastModifiedBy>
  <cp:revision>58</cp:revision>
  <dcterms:created xsi:type="dcterms:W3CDTF">2018-11-12T16:34:34Z</dcterms:created>
  <dcterms:modified xsi:type="dcterms:W3CDTF">2025-12-01T21:06:51Z</dcterms:modified>
</cp:coreProperties>
</file>