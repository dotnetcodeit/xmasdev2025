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84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12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'🎅📨 “Dalla letterina a Babbo Natale all’ordine perfetto: magia (MCP) sotto l’albero”'. The session is presented by: Gaetano Paternò.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'🎅📨 “Dalla letterina a Babbo Natale all’ordine perfetto: magia (MCP) sotto l’albero”'. Presented by: Gaetano Paternò.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'🎅📨 “Dalla letterina a Babbo Natale all’ordine perfetto: magia (MCP) sotto l’albero”'.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'🎅📨 “Dalla letterina a Babbo Natale all’ordine perfetto: magia (MCP) sotto l’albero”'.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'🎅📨 “Dalla letterina a Babbo Natale all’ordine perfetto: magia (MCP) sotto l’albero”'. Ask audience to scan the QR code or visit https://vote.dotnetdev.it/vote/xqt335vh/1040445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🎅📨 “Dalla letterina a Babbo Natale all’ordine perfetto: magia (MCP) sotto l’albero”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43000ABD-EDDF-A1A8-5CF7-6F4F08AE73C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🎅📨 “Dalla letterina a Babbo Natale all’ordine perfetto: magia (MCP) sotto l’albero” by Gaetano Paternò" descr="1040445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3B403043-9171-1E0F-3BAD-025C8424DF33}"/>
                </a:ext>
              </a:extLst>
            </p:cNvPr>
            <p:cNvSpPr/>
            <p:nvPr/>
          </p:nvSpPr>
          <p:spPr>
            <a:xfrm>
              <a:off x="11004884" y="6096000"/>
              <a:ext cx="818148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🎅📨 “Dalla letterina a Babbo Natale all’ordine perfetto: magia (MCP) sotto l’albero”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🎅📨 “Dalla letterina a Babbo Natale all’ordine perfetto: magia (MCP) sotto l’albero”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🎅📨 “Dalla letterina a Babbo Natale all’ordine perfetto: magia (MCP) sotto l’albero”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https://vote.dotnetdev.it/vote/xqt335vh/1040445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🎅📨 “Dalla letterina a Babbo Natale all’ordine perfetto: magia (MCP) sotto l’albero”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339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🎅📨 “Dalla letterina a Babbo Natale all’ordine perfetto: magia (MCP) sotto l’albero”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🎅📨 “Dalla letterina a Babbo Natale all’ordine perfetto: magia (MCP) sotto l’albero”</dc:title>
  <dc:subject>Conference session: 🎅📨 “Dalla letterina a Babbo Natale all’ordine perfetto: magia (MCP) sotto l’albero”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2025-12-01T21:08:30Z</dcterms:modified>
</cp:coreProperties>
</file>