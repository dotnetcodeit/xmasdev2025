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84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03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'Crash sotto l’albero: gli elfi del debugging salvano il Natale'. The session is presented by: Mirco Vanini.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'Crash sotto l’albero: gli elfi del debugging salvano il Natale'. Presented by: Mirco Vanini.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'Crash sotto l’albero: gli elfi del debugging salvano il Natale'.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'Crash sotto l’albero: gli elfi del debugging salvano il Natale'.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'Crash sotto l’albero: gli elfi del debugging salvano il Natale'. Ask audience to scan the QR code or visit https://vote.dotnetdev.it/vote/xqt335vh/1021971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Crash sotto l’albero: gli elfi del debugging salvano il Natale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9BE8B095-A3F5-FBEE-206C-1E6C35E6A74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Crash sotto l’albero: gli elfi del debugging salvano il Natale by Mirco Vanini" descr="1021971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2635D90B-DAA4-CBFF-8914-978950ACF4CC}"/>
                </a:ext>
              </a:extLst>
            </p:cNvPr>
            <p:cNvSpPr/>
            <p:nvPr/>
          </p:nvSpPr>
          <p:spPr>
            <a:xfrm>
              <a:off x="11043138" y="6119446"/>
              <a:ext cx="797170" cy="6721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Crash sotto l’albero: gli elfi del debugging salvano il Natale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Crash sotto l’albero: gli elfi del debugging salvano il Natale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Crash sotto l’albero: gli elfi del debugging salvano il Natale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dirty="0"/>
              <a:t>Vote online at:</a:t>
            </a:r>
          </a:p>
          <a:p>
            <a:r>
              <a:rPr dirty="0"/>
              <a:t>https://vote.dotnetdev.it/vote/xqt335vh/1021971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Crash sotto l’albero: gli elfi del debugging salvano il Natale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285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Crash sotto l’albero: gli elfi del debugging salvano il Natale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Crash sotto l’albero: gli elfi del debugging salvano il Natale</dc:title>
  <dc:subject>Conference session: Crash sotto l’albero: gli elfi del debugging salvano il Natale</dc:subject>
  <dc:creator>Carmine Alfano</dc:creator>
  <cp:lastModifiedBy>Ivan Persiani</cp:lastModifiedBy>
  <cp:revision>57</cp:revision>
  <dcterms:created xsi:type="dcterms:W3CDTF">2018-11-12T16:34:34Z</dcterms:created>
  <dcterms:modified xsi:type="dcterms:W3CDTF">2025-12-01T21:05:17Z</dcterms:modified>
</cp:coreProperties>
</file>