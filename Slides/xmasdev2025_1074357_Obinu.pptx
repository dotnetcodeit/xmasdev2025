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2" autoAdjust="0"/>
    <p:restoredTop sz="94684"/>
  </p:normalViewPr>
  <p:slideViewPr>
    <p:cSldViewPr snapToGrid="0" snapToObjects="1">
      <p:cViewPr varScale="1">
        <p:scale>
          <a:sx n="60" d="100"/>
          <a:sy n="60" d="100"/>
        </p:scale>
        <p:origin x="120" y="1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8252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'Firewall sotto l’albero: come fermare il Grinch con Azure Network Security Perimeter'. The session is presented by: Marco Obinu.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'Firewall sotto l’albero: come fermare il Grinch con Azure Network Security Perimeter'. Presented by: Marco Obinu.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'Firewall sotto l’albero: come fermare il Grinch con Azure Network Security Perimeter'.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'Firewall sotto l’albero: come fermare il Grinch con Azure Network Security Perimeter'.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'Firewall sotto l’albero: come fermare il Grinch con Azure Network Security Perimeter'. Ask audience to scan the QR code or visit https://vote.dotnetdev.it/vote/xqt335vh/1074357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">
            <a:extLst>
              <a:ext uri="{FF2B5EF4-FFF2-40B4-BE49-F238E27FC236}">
                <a16:creationId xmlns:a16="http://schemas.microsoft.com/office/drawing/2014/main" id="{8EA15267-CF58-D6E3-2729-57336C8AF2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8E7DEE1-CD19-31BB-6F8D-B516C527C5F6}"/>
              </a:ext>
            </a:extLst>
          </p:cNvPr>
          <p:cNvSpPr txBox="1"/>
          <p:nvPr userDrawn="1"/>
        </p:nvSpPr>
        <p:spPr>
          <a:xfrm>
            <a:off x="0" y="5302845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5400" b="1" dirty="0">
                <a:solidFill>
                  <a:srgbClr val="C00000"/>
                </a:solidFill>
                <a:latin typeface="Bebas Neue" panose="020B0606020202050201" pitchFamily="34" charset="0"/>
              </a:rPr>
              <a:t>XMAS DEV 2025 </a:t>
            </a:r>
            <a:endParaRPr lang="en-GB" sz="5400" b="1" dirty="0">
              <a:solidFill>
                <a:srgbClr val="C00000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94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Unikey">
            <a:extLst>
              <a:ext uri="{FF2B5EF4-FFF2-40B4-BE49-F238E27FC236}">
                <a16:creationId xmlns:a16="http://schemas.microsoft.com/office/drawing/2014/main" id="{7B151699-46F2-42E6-A8AB-5B22744418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044" y="4606929"/>
            <a:ext cx="1344738" cy="134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0D1C8260-E5A3-4D40-9C43-E053A41C24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555" y="767352"/>
            <a:ext cx="4401929" cy="220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B7B9443-D6D8-4569-BFF9-86DCE6B54072}"/>
              </a:ext>
            </a:extLst>
          </p:cNvPr>
          <p:cNvSpPr txBox="1"/>
          <p:nvPr userDrawn="1"/>
        </p:nvSpPr>
        <p:spPr>
          <a:xfrm>
            <a:off x="-1480" y="40651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Platinum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91975D-3A9F-4269-A8E4-FE8243E91A61}"/>
              </a:ext>
            </a:extLst>
          </p:cNvPr>
          <p:cNvSpPr txBox="1"/>
          <p:nvPr userDrawn="1"/>
        </p:nvSpPr>
        <p:spPr>
          <a:xfrm>
            <a:off x="1018297" y="3082346"/>
            <a:ext cx="5927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Gold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E1D9CB3-A60F-487A-B15C-67FC667BE159}"/>
              </a:ext>
            </a:extLst>
          </p:cNvPr>
          <p:cNvSpPr txBox="1"/>
          <p:nvPr userDrawn="1"/>
        </p:nvSpPr>
        <p:spPr>
          <a:xfrm>
            <a:off x="7924099" y="3082635"/>
            <a:ext cx="3930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Technical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802044E-478E-2E1D-ACF2-C3D294EE5B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9207" y="3563330"/>
            <a:ext cx="2689471" cy="134473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75DC4AC-03AC-F48C-96C4-AEBCD7E97D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196875" y="3544011"/>
            <a:ext cx="2618961" cy="1344736"/>
          </a:xfrm>
          <a:prstGeom prst="rect">
            <a:avLst/>
          </a:prstGeom>
        </p:spPr>
      </p:pic>
      <p:pic>
        <p:nvPicPr>
          <p:cNvPr id="1032" name="Picture 8" descr="JetBrains">
            <a:extLst>
              <a:ext uri="{FF2B5EF4-FFF2-40B4-BE49-F238E27FC236}">
                <a16:creationId xmlns:a16="http://schemas.microsoft.com/office/drawing/2014/main" id="{BEB1668B-28C7-4089-8EA4-58DFAF163C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024" y="4747678"/>
            <a:ext cx="1344737" cy="134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0">
            <a:extLst>
              <a:ext uri="{FF2B5EF4-FFF2-40B4-BE49-F238E27FC236}">
                <a16:creationId xmlns:a16="http://schemas.microsoft.com/office/drawing/2014/main" id="{304CAED0-DD49-884F-24F0-EC06C6FF8A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/>
          <a:srcRect/>
          <a:stretch/>
        </p:blipFill>
        <p:spPr bwMode="auto">
          <a:xfrm>
            <a:off x="9889300" y="3285549"/>
            <a:ext cx="2066226" cy="206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2519B83E-A302-0E05-B1A9-795866AC5B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/>
          <a:srcRect/>
          <a:stretch/>
        </p:blipFill>
        <p:spPr bwMode="auto">
          <a:xfrm>
            <a:off x="8001675" y="3427985"/>
            <a:ext cx="1781355" cy="178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36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292725"/>
            <a:ext cx="12192000" cy="1418626"/>
          </a:xfr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475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ssion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803275"/>
          </a:xfrm>
        </p:spPr>
        <p:txBody>
          <a:bodyPr/>
          <a:lstStyle>
            <a:lvl1pPr>
              <a:defRPr sz="2800"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9145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54795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56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73E6C1-AE1B-7547-ADBB-F33ABA0F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A3638A-A027-834F-8315-53281641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6278D3-6E45-6142-9109-39E186DB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8DC965-7067-A44F-AACE-FF9FB065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231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40584C-6DEB-B046-9B45-DC7B3B73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1709739"/>
            <a:ext cx="9103013" cy="22974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501F3E-0DD9-494C-A04E-F72AA6FCF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4365813"/>
            <a:ext cx="9103013" cy="171470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86E1D4-6E8F-D748-8D0B-E42FFC90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5B36BB-0C2F-2946-9AD8-A8D51D0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507" y="6356350"/>
            <a:ext cx="2097291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88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27AA29-F078-004B-8E28-7F92255E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4524EF-65AE-1644-B953-91EE71ABD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4435" y="1425388"/>
            <a:ext cx="4426525" cy="4751575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CE46FF-F4CE-7A4E-8A96-4EAD8FFC5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7273" y="1425388"/>
            <a:ext cx="4426526" cy="4751575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4905C2B-E6F7-E94F-AFF2-F3D9C5B0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5" y="6356350"/>
            <a:ext cx="67725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A4EC58-54F2-8144-A2B5-8F369669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92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EDBBBC-BE17-A24C-9C84-A04D2079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65125"/>
            <a:ext cx="9221787" cy="1239557"/>
          </a:xfrm>
        </p:spPr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3943BD-D6E2-E646-AFB8-FDC1C0A8F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3601" y="1681162"/>
            <a:ext cx="4423479" cy="1747837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F4CA54-39D9-BC40-9A28-25340CE4C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33600" y="3619500"/>
            <a:ext cx="4423479" cy="2570162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FACC5BB-4745-2F48-9D3C-96D953024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08535" y="1681163"/>
            <a:ext cx="4445263" cy="1747836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5C12EEE-2654-BD4D-A3B2-A7E8054A6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31909" y="3619499"/>
            <a:ext cx="4423479" cy="2570163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690D294-EF83-E94E-95E1-CCE5FFD4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33600" y="6356350"/>
            <a:ext cx="6019799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5FB5D25-F2D6-754B-85F7-26CF50BE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0733" y="6356350"/>
            <a:ext cx="2073066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471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A9304B-B9CC-4D41-87AB-BB7E52F9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3DEF98E-B99B-F147-BE7D-EC97EE9F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7D15F86-5A03-9343-AF22-C5403206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3610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4793560-2FBF-ED4A-AE1B-7F2B5FF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2144" y="6356350"/>
            <a:ext cx="588125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2CE4FC5-A13F-354F-8C77-A5D71FEB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2117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F9302E-C0BE-FF44-B795-6726BB52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018" y="457200"/>
            <a:ext cx="432832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53925E-00C3-CF43-8F43-31F0EF6FB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755" y="987425"/>
            <a:ext cx="4233632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372670-9514-014F-B63E-E00F58059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89018" y="2057400"/>
            <a:ext cx="432832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40A6857-D8E5-C642-A325-5D9D4C75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9018" y="6356350"/>
            <a:ext cx="596438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0727B93-993F-404C-95D4-57879E51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5287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20574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657600"/>
            <a:ext cx="4747220" cy="22113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2271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9745" y="4572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SeSSION FEEDBACK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2057400"/>
            <a:ext cx="47472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9658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457199"/>
            <a:ext cx="4747220" cy="314001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786996"/>
            <a:ext cx="4747220" cy="20819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5557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8AFC9E-C3D0-EC4C-819F-B9897FB2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0ED1E33-82AB-1C47-AD66-3C17A9705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6AE962-3CC7-514B-A7E0-A4896053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657683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CD7985-233F-664F-81E9-92691A12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469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36D5C0A-DDA3-0247-ABBD-EA281F51E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DB55914-D685-B249-895F-F2B1F40D3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313708" y="365125"/>
            <a:ext cx="6258791" cy="5811838"/>
          </a:xfrm>
        </p:spPr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7C6043-8888-FE45-8438-E4381ECD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13708" y="6356350"/>
            <a:ext cx="625879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101684-9446-AD4E-9B19-B1B163A7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872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7650BB7A-A5FD-4D0C-A3BA-84D415793FB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-1628" y="0"/>
            <a:ext cx="1950720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FD701C37-F76E-416D-A1CC-CB0381EA3AD7}"/>
              </a:ext>
            </a:extLst>
          </p:cNvPr>
          <p:cNvSpPr/>
          <p:nvPr userDrawn="1"/>
        </p:nvSpPr>
        <p:spPr>
          <a:xfrm>
            <a:off x="1971" y="3429000"/>
            <a:ext cx="1952277" cy="32924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1113162-F337-9448-AD18-D8D9B0EA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365125"/>
            <a:ext cx="9109364" cy="803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108949-3D32-A044-B8E1-2D8D0CAD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1346200"/>
            <a:ext cx="9109364" cy="483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C603CA-4C5E-914A-B191-8600360AC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44435" y="6356350"/>
            <a:ext cx="5908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aleway" panose="020B0503030101060003" pitchFamily="34" charset="77"/>
              </a:defRPr>
            </a:lvl1pPr>
          </a:lstStyle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0421B7-0C2A-2C49-B5E3-DE988B208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6289" y="6356350"/>
            <a:ext cx="2207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22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4" r:id="rId4"/>
    <p:sldLayoutId id="2147483662" r:id="rId5"/>
    <p:sldLayoutId id="2147483663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66" r:id="rId14"/>
    <p:sldLayoutId id="2147483657" r:id="rId15"/>
    <p:sldLayoutId id="2147483665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Bebas Neue" panose="020B0606020202050201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rgbClr val="C00000"/>
          </a:solidFill>
          <a:latin typeface="Raleway" panose="020B05030301010600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Session Banner - Firewall sotto l’albero: come fermare il Grinch con Azure Network Security Perimeter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CAD988E7-F95B-5950-86A6-9FBBEF16A1F5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Banner for Firewall sotto l’albero: come fermare il Grinch con Azure Network Security Perimeter by Marco Obinu" descr="1074357.jpe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8F0C89E3-7BB7-5E98-2954-D01AB4DDC1DC}"/>
                </a:ext>
              </a:extLst>
            </p:cNvPr>
            <p:cNvSpPr/>
            <p:nvPr/>
          </p:nvSpPr>
          <p:spPr>
            <a:xfrm>
              <a:off x="11036968" y="6079958"/>
              <a:ext cx="914400" cy="7780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Firewall sotto l’albero: come fermare il Grinch con Azure Network Security Perimeter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tNetCode">
            <a:extLst>
              <a:ext uri="{FF2B5EF4-FFF2-40B4-BE49-F238E27FC236}">
                <a16:creationId xmlns:a16="http://schemas.microsoft.com/office/drawing/2014/main" id="{74FB081C-38E0-EA88-31BE-62E10732F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455" y="1423133"/>
            <a:ext cx="1718896" cy="171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743032C-85CE-03F6-1862-C7E1F3C860BB}"/>
              </a:ext>
            </a:extLst>
          </p:cNvPr>
          <p:cNvSpPr txBox="1"/>
          <p:nvPr/>
        </p:nvSpPr>
        <p:spPr>
          <a:xfrm>
            <a:off x="3980501" y="331149"/>
            <a:ext cx="6099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Community</a:t>
            </a:r>
            <a:endParaRPr lang="it-IT" sz="1800" dirty="0"/>
          </a:p>
        </p:txBody>
      </p:sp>
      <p:pic>
        <p:nvPicPr>
          <p:cNvPr id="1028" name="Picture 4" descr="DotNet Abruzzo">
            <a:extLst>
              <a:ext uri="{FF2B5EF4-FFF2-40B4-BE49-F238E27FC236}">
                <a16:creationId xmlns:a16="http://schemas.microsoft.com/office/drawing/2014/main" id="{B555602F-166D-B308-F5D7-A4E1F548C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521" y="3911648"/>
            <a:ext cx="1926764" cy="19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tNet Toscana">
            <a:extLst>
              <a:ext uri="{FF2B5EF4-FFF2-40B4-BE49-F238E27FC236}">
                <a16:creationId xmlns:a16="http://schemas.microsoft.com/office/drawing/2014/main" id="{9B1AA3F3-C271-EE6D-A72E-2B434689A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133" y="1249755"/>
            <a:ext cx="1892274" cy="189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2C24794-BD4E-4B7F-5783-9989C48E4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634" y="4315193"/>
            <a:ext cx="3139272" cy="11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Demo: Firewall sotto l’albero: come fermare il Grinch con Azure Network Security Perimeter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Firewall sotto l’albero: come fermare il Grinch con Azure Network Security Perimeter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8840" r="8840"/>
          <a:stretch>
            <a:fillRect/>
          </a:stretch>
        </p:blipFill>
        <p:spPr/>
      </p:pic>
      <p:sp>
        <p:nvSpPr>
          <p:cNvPr id="4" name="Alternative Voting URL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Vote online at:</a:t>
            </a:r>
          </a:p>
          <a:p>
            <a:r>
              <a:t>https://vote.dotnetdev.it/vote/xqt335vh/1074357</a:t>
            </a:r>
          </a:p>
        </p:txBody>
      </p:sp>
      <p:sp>
        <p:nvSpPr>
          <p:cNvPr id="5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Firewall sotto l’albero: come fermare il Grinch con Azure Network Security Perimeter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303</Words>
  <Application>Microsoft Office PowerPoint</Application>
  <PresentationFormat>Widescreen</PresentationFormat>
  <Paragraphs>16</Paragraphs>
  <Slides>7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Bebas Neue</vt:lpstr>
      <vt:lpstr>Calibri</vt:lpstr>
      <vt:lpstr>Open Sans</vt:lpstr>
      <vt:lpstr>Raleway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Demo: Firewall sotto l’albero: come fermare il Grinch con Azure Network Security Perimeter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Firewall sotto l’albero: come fermare il Grinch con Azure Network Security Perimeter</dc:title>
  <dc:subject>Conference session: Firewall sotto l’albero: come fermare il Grinch con Azure Network Security Perimeter</dc:subject>
  <dc:creator>Carmine Alfano</dc:creator>
  <cp:lastModifiedBy>Ivan Persiani</cp:lastModifiedBy>
  <cp:revision>57</cp:revision>
  <dcterms:created xsi:type="dcterms:W3CDTF">2018-11-12T16:34:34Z</dcterms:created>
  <dcterms:modified xsi:type="dcterms:W3CDTF">2025-12-01T21:12:49Z</dcterms:modified>
</cp:coreProperties>
</file>