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63" r:id="rId5"/>
    <p:sldId id="260" r:id="rId6"/>
    <p:sldId id="261" r:id="rId7"/>
    <p:sldId id="262" r:id="rId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82" autoAdjust="0"/>
    <p:restoredTop sz="94684"/>
  </p:normalViewPr>
  <p:slideViewPr>
    <p:cSldViewPr snapToGrid="0" snapToObjects="1">
      <p:cViewPr varScale="1">
        <p:scale>
          <a:sx n="60" d="100"/>
          <a:sy n="60" d="100"/>
        </p:scale>
        <p:origin x="84" y="15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1260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opening banner slide for 'Caro Babbo Claude, quest'anno per Natale vorrei... un mese senza bug!'. The session is presented by: Marco Consolaro, Emanuele Furlan. This slide sets the visual theme for the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Main title slide displaying 'Caro Babbo Claude, quest'anno per Natale vorrei... un mese senza bug!'. Presented by: Marco Consolaro, Emanuele Furlan. Use this slide to introduce the session topic.</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Sponsor acknowledgment slide. Take a moment to thank the event sponsors and explain their support for the conference.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section for 'Caro Babbo Claude, quest'anno per Natale vorrei... un mese senza bug!'. This slide is for live demonstrations. Ensure all demo materials are prepared and tested.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slide for 'Caro Babbo Claude, quest'anno per Natale vorrei... un mese senza bug!'. This is time for audience questions and discussion. Prepare to address common questions about the topic and invite participation.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Voting slide for 'Caro Babbo Claude, quest'anno per Natale vorrei... un mese senza bug!'. Ask audience to scan the QR code or visit https://vote.dotnetdev.it/vote/xqt335vh/1067165 to vote. Emphasize the importance of feedback.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Home">
    <p:spTree>
      <p:nvGrpSpPr>
        <p:cNvPr id="1" name=""/>
        <p:cNvGrpSpPr/>
        <p:nvPr/>
      </p:nvGrpSpPr>
      <p:grpSpPr>
        <a:xfrm>
          <a:off x="0" y="0"/>
          <a:ext cx="0" cy="0"/>
          <a:chOff x="0" y="0"/>
          <a:chExt cx="0" cy="0"/>
        </a:xfrm>
      </p:grpSpPr>
      <p:pic>
        <p:nvPicPr>
          <p:cNvPr id="7" name="Immagine 6" descr="Immagine che contiene testo">
            <a:extLst>
              <a:ext uri="{FF2B5EF4-FFF2-40B4-BE49-F238E27FC236}">
                <a16:creationId xmlns:a16="http://schemas.microsoft.com/office/drawing/2014/main" id="{8EA15267-CF58-D6E3-2729-57336C8AF2DA}"/>
              </a:ext>
            </a:extLst>
          </p:cNvPr>
          <p:cNvPicPr>
            <a:picLocks noChangeAspect="1"/>
          </p:cNvPicPr>
          <p:nvPr userDrawn="1"/>
        </p:nvPicPr>
        <p:blipFill>
          <a:blip r:embed="rId2"/>
          <a:stretch>
            <a:fillRect/>
          </a:stretch>
        </p:blipFill>
        <p:spPr>
          <a:xfrm>
            <a:off x="0" y="0"/>
            <a:ext cx="12192000" cy="6096000"/>
          </a:xfrm>
          <a:prstGeom prst="rect">
            <a:avLst/>
          </a:prstGeom>
        </p:spPr>
      </p:pic>
      <p:sp>
        <p:nvSpPr>
          <p:cNvPr id="5" name="Segnaposto piè di pagina 4">
            <a:extLst>
              <a:ext uri="{FF2B5EF4-FFF2-40B4-BE49-F238E27FC236}">
                <a16:creationId xmlns:a16="http://schemas.microsoft.com/office/drawing/2014/main" id="{E8A539AF-D29A-CB4B-A262-5335E4BF1665}"/>
              </a:ext>
            </a:extLst>
          </p:cNvPr>
          <p:cNvSpPr>
            <a:spLocks noGrp="1"/>
          </p:cNvSpPr>
          <p:nvPr>
            <p:ph type="ftr" sz="quarter" idx="11"/>
          </p:nvPr>
        </p:nvSpPr>
        <p:spPr>
          <a:xfrm>
            <a:off x="1028700" y="6356350"/>
            <a:ext cx="7124700" cy="365125"/>
          </a:xfrm>
        </p:spPr>
        <p:txBody>
          <a:bodyPr/>
          <a:lstStyle/>
          <a:p>
            <a:r>
              <a:rPr lang="en-US" dirty="0" err="1"/>
              <a:t>www.xmasdev.net</a:t>
            </a:r>
            <a:endParaRPr lang="en-US" dirty="0"/>
          </a:p>
        </p:txBody>
      </p:sp>
      <p:sp>
        <p:nvSpPr>
          <p:cNvPr id="6" name="Segnaposto numero diapositiva 5">
            <a:extLst>
              <a:ext uri="{FF2B5EF4-FFF2-40B4-BE49-F238E27FC236}">
                <a16:creationId xmlns:a16="http://schemas.microsoft.com/office/drawing/2014/main" id="{3BAB0333-ECE9-134A-8863-FF8C8626427B}"/>
              </a:ext>
            </a:extLst>
          </p:cNvPr>
          <p:cNvSpPr>
            <a:spLocks noGrp="1"/>
          </p:cNvSpPr>
          <p:nvPr>
            <p:ph type="sldNum" sz="quarter" idx="12"/>
          </p:nvPr>
        </p:nvSpPr>
        <p:spPr/>
        <p:txBody>
          <a:bodyPr/>
          <a:lstStyle/>
          <a:p>
            <a:fld id="{727297A4-9A49-8F45-8BB8-FCFEA36B5158}" type="slidenum">
              <a:rPr lang="it-IT" smtClean="0"/>
              <a:t>‹N›</a:t>
            </a:fld>
            <a:endParaRPr lang="it-IT" dirty="0"/>
          </a:p>
        </p:txBody>
      </p:sp>
      <p:sp>
        <p:nvSpPr>
          <p:cNvPr id="12" name="CasellaDiTesto 11">
            <a:extLst>
              <a:ext uri="{FF2B5EF4-FFF2-40B4-BE49-F238E27FC236}">
                <a16:creationId xmlns:a16="http://schemas.microsoft.com/office/drawing/2014/main" id="{58E7DEE1-CD19-31BB-6F8D-B516C527C5F6}"/>
              </a:ext>
            </a:extLst>
          </p:cNvPr>
          <p:cNvSpPr txBox="1"/>
          <p:nvPr userDrawn="1"/>
        </p:nvSpPr>
        <p:spPr>
          <a:xfrm>
            <a:off x="0" y="5302845"/>
            <a:ext cx="12192000" cy="923330"/>
          </a:xfrm>
          <a:prstGeom prst="rect">
            <a:avLst/>
          </a:prstGeom>
          <a:noFill/>
        </p:spPr>
        <p:txBody>
          <a:bodyPr wrap="square">
            <a:spAutoFit/>
          </a:bodyPr>
          <a:lstStyle/>
          <a:p>
            <a:pPr algn="ctr"/>
            <a:r>
              <a:rPr lang="it-IT" sz="5400" b="1" dirty="0">
                <a:solidFill>
                  <a:srgbClr val="C00000"/>
                </a:solidFill>
                <a:latin typeface="Bebas Neue" panose="020B0606020202050201" pitchFamily="34" charset="0"/>
              </a:rPr>
              <a:t>XMAS DEV 2025 </a:t>
            </a:r>
            <a:endParaRPr lang="en-GB" sz="5400" b="1" dirty="0">
              <a:solidFill>
                <a:srgbClr val="C00000"/>
              </a:solidFill>
              <a:latin typeface="Bebas Neue" panose="020B0606020202050201" pitchFamily="34" charset="0"/>
            </a:endParaRPr>
          </a:p>
        </p:txBody>
      </p:sp>
    </p:spTree>
    <p:extLst>
      <p:ext uri="{BB962C8B-B14F-4D97-AF65-F5344CB8AC3E}">
        <p14:creationId xmlns:p14="http://schemas.microsoft.com/office/powerpoint/2010/main" val="1327942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ponsors">
    <p:spTree>
      <p:nvGrpSpPr>
        <p:cNvPr id="1" name=""/>
        <p:cNvGrpSpPr/>
        <p:nvPr/>
      </p:nvGrpSpPr>
      <p:grpSpPr>
        <a:xfrm>
          <a:off x="0" y="0"/>
          <a:ext cx="0" cy="0"/>
          <a:chOff x="0" y="0"/>
          <a:chExt cx="0" cy="0"/>
        </a:xfrm>
      </p:grpSpPr>
      <p:pic>
        <p:nvPicPr>
          <p:cNvPr id="1034" name="Picture 10" descr="Unikey">
            <a:extLst>
              <a:ext uri="{FF2B5EF4-FFF2-40B4-BE49-F238E27FC236}">
                <a16:creationId xmlns:a16="http://schemas.microsoft.com/office/drawing/2014/main" id="{7B151699-46F2-42E6-A8AB-5B227444180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250044" y="4606929"/>
            <a:ext cx="1344738" cy="134473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Microsoft">
            <a:extLst>
              <a:ext uri="{FF2B5EF4-FFF2-40B4-BE49-F238E27FC236}">
                <a16:creationId xmlns:a16="http://schemas.microsoft.com/office/drawing/2014/main" id="{0D1C8260-E5A3-4D40-9C43-E053A41C24F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893555" y="767352"/>
            <a:ext cx="4401929" cy="2200965"/>
          </a:xfrm>
          <a:prstGeom prst="rect">
            <a:avLst/>
          </a:prstGeom>
          <a:noFill/>
          <a:extLst>
            <a:ext uri="{909E8E84-426E-40DD-AFC4-6F175D3DCCD1}">
              <a14:hiddenFill xmlns:a14="http://schemas.microsoft.com/office/drawing/2010/main">
                <a:solidFill>
                  <a:srgbClr val="FFFFFF"/>
                </a:solidFill>
              </a14:hiddenFill>
            </a:ext>
          </a:extLst>
        </p:spPr>
      </p:pic>
      <p:sp>
        <p:nvSpPr>
          <p:cNvPr id="5" name="Segnaposto piè di pagina 4">
            <a:extLst>
              <a:ext uri="{FF2B5EF4-FFF2-40B4-BE49-F238E27FC236}">
                <a16:creationId xmlns:a16="http://schemas.microsoft.com/office/drawing/2014/main" id="{E8A539AF-D29A-CB4B-A262-5335E4BF1665}"/>
              </a:ext>
            </a:extLst>
          </p:cNvPr>
          <p:cNvSpPr>
            <a:spLocks noGrp="1"/>
          </p:cNvSpPr>
          <p:nvPr>
            <p:ph type="ftr" sz="quarter" idx="11"/>
          </p:nvPr>
        </p:nvSpPr>
        <p:spPr>
          <a:xfrm>
            <a:off x="1028700" y="6356350"/>
            <a:ext cx="7124700" cy="365125"/>
          </a:xfrm>
        </p:spPr>
        <p:txBody>
          <a:bodyPr/>
          <a:lstStyle/>
          <a:p>
            <a:r>
              <a:rPr lang="en-US" dirty="0" err="1"/>
              <a:t>www.xmasdev.net</a:t>
            </a:r>
            <a:endParaRPr lang="en-US" dirty="0"/>
          </a:p>
        </p:txBody>
      </p:sp>
      <p:sp>
        <p:nvSpPr>
          <p:cNvPr id="6" name="Segnaposto numero diapositiva 5">
            <a:extLst>
              <a:ext uri="{FF2B5EF4-FFF2-40B4-BE49-F238E27FC236}">
                <a16:creationId xmlns:a16="http://schemas.microsoft.com/office/drawing/2014/main" id="{3BAB0333-ECE9-134A-8863-FF8C8626427B}"/>
              </a:ext>
            </a:extLst>
          </p:cNvPr>
          <p:cNvSpPr>
            <a:spLocks noGrp="1"/>
          </p:cNvSpPr>
          <p:nvPr>
            <p:ph type="sldNum" sz="quarter" idx="12"/>
          </p:nvPr>
        </p:nvSpPr>
        <p:spPr/>
        <p:txBody>
          <a:bodyPr/>
          <a:lstStyle/>
          <a:p>
            <a:fld id="{727297A4-9A49-8F45-8BB8-FCFEA36B5158}" type="slidenum">
              <a:rPr lang="it-IT" smtClean="0"/>
              <a:t>‹N›</a:t>
            </a:fld>
            <a:endParaRPr lang="it-IT"/>
          </a:p>
        </p:txBody>
      </p:sp>
      <p:sp>
        <p:nvSpPr>
          <p:cNvPr id="10" name="CasellaDiTesto 9">
            <a:extLst>
              <a:ext uri="{FF2B5EF4-FFF2-40B4-BE49-F238E27FC236}">
                <a16:creationId xmlns:a16="http://schemas.microsoft.com/office/drawing/2014/main" id="{DB7B9443-D6D8-4569-BFF9-86DCE6B54072}"/>
              </a:ext>
            </a:extLst>
          </p:cNvPr>
          <p:cNvSpPr txBox="1"/>
          <p:nvPr userDrawn="1"/>
        </p:nvSpPr>
        <p:spPr>
          <a:xfrm>
            <a:off x="-1480" y="406515"/>
            <a:ext cx="12192000" cy="461665"/>
          </a:xfrm>
          <a:prstGeom prst="rect">
            <a:avLst/>
          </a:prstGeom>
          <a:noFill/>
        </p:spPr>
        <p:txBody>
          <a:bodyPr wrap="square">
            <a:spAutoFit/>
          </a:bodyPr>
          <a:lstStyle/>
          <a:p>
            <a:pPr algn="ctr"/>
            <a:r>
              <a:rPr lang="it-IT" sz="2400" b="1" i="0" dirty="0">
                <a:solidFill>
                  <a:srgbClr val="808080"/>
                </a:solidFill>
                <a:effectLst/>
                <a:latin typeface="Open Sans" panose="020B0606030504020204" pitchFamily="34" charset="0"/>
              </a:rPr>
              <a:t>Platinum</a:t>
            </a:r>
            <a:r>
              <a:rPr lang="it-IT" sz="2400" b="1" i="0" dirty="0">
                <a:solidFill>
                  <a:srgbClr val="E02B20"/>
                </a:solidFill>
                <a:effectLst/>
                <a:latin typeface="Open Sans" panose="020B0606030504020204" pitchFamily="34" charset="0"/>
              </a:rPr>
              <a:t> Sponsor</a:t>
            </a:r>
            <a:endParaRPr lang="it-IT" sz="2400" dirty="0"/>
          </a:p>
        </p:txBody>
      </p:sp>
      <p:sp>
        <p:nvSpPr>
          <p:cNvPr id="13" name="CasellaDiTesto 12">
            <a:extLst>
              <a:ext uri="{FF2B5EF4-FFF2-40B4-BE49-F238E27FC236}">
                <a16:creationId xmlns:a16="http://schemas.microsoft.com/office/drawing/2014/main" id="{5391975D-3A9F-4269-A8E4-FE8243E91A61}"/>
              </a:ext>
            </a:extLst>
          </p:cNvPr>
          <p:cNvSpPr txBox="1"/>
          <p:nvPr userDrawn="1"/>
        </p:nvSpPr>
        <p:spPr>
          <a:xfrm>
            <a:off x="1018297" y="3082346"/>
            <a:ext cx="5927719" cy="461665"/>
          </a:xfrm>
          <a:prstGeom prst="rect">
            <a:avLst/>
          </a:prstGeom>
          <a:noFill/>
        </p:spPr>
        <p:txBody>
          <a:bodyPr wrap="square">
            <a:spAutoFit/>
          </a:bodyPr>
          <a:lstStyle/>
          <a:p>
            <a:pPr algn="ctr"/>
            <a:r>
              <a:rPr lang="it-IT" sz="2400" b="1" i="0" dirty="0">
                <a:solidFill>
                  <a:srgbClr val="808080"/>
                </a:solidFill>
                <a:effectLst/>
                <a:latin typeface="Open Sans" panose="020B0606030504020204" pitchFamily="34" charset="0"/>
              </a:rPr>
              <a:t>Gold</a:t>
            </a:r>
            <a:r>
              <a:rPr lang="it-IT" sz="2400" b="1" i="0" dirty="0">
                <a:solidFill>
                  <a:srgbClr val="E02B20"/>
                </a:solidFill>
                <a:effectLst/>
                <a:latin typeface="Open Sans" panose="020B0606030504020204" pitchFamily="34" charset="0"/>
              </a:rPr>
              <a:t> Sponsor</a:t>
            </a:r>
            <a:endParaRPr lang="it-IT" sz="2400" dirty="0"/>
          </a:p>
        </p:txBody>
      </p:sp>
      <p:sp>
        <p:nvSpPr>
          <p:cNvPr id="16" name="CasellaDiTesto 15">
            <a:extLst>
              <a:ext uri="{FF2B5EF4-FFF2-40B4-BE49-F238E27FC236}">
                <a16:creationId xmlns:a16="http://schemas.microsoft.com/office/drawing/2014/main" id="{EE1D9CB3-A60F-487A-B15C-67FC667BE159}"/>
              </a:ext>
            </a:extLst>
          </p:cNvPr>
          <p:cNvSpPr txBox="1"/>
          <p:nvPr userDrawn="1"/>
        </p:nvSpPr>
        <p:spPr>
          <a:xfrm>
            <a:off x="7924099" y="3082635"/>
            <a:ext cx="3930402" cy="461665"/>
          </a:xfrm>
          <a:prstGeom prst="rect">
            <a:avLst/>
          </a:prstGeom>
          <a:noFill/>
        </p:spPr>
        <p:txBody>
          <a:bodyPr wrap="square">
            <a:spAutoFit/>
          </a:bodyPr>
          <a:lstStyle/>
          <a:p>
            <a:pPr algn="ctr"/>
            <a:r>
              <a:rPr lang="it-IT" sz="2400" b="1" i="0" dirty="0">
                <a:solidFill>
                  <a:srgbClr val="808080"/>
                </a:solidFill>
                <a:effectLst/>
                <a:latin typeface="Open Sans" panose="020B0606030504020204" pitchFamily="34" charset="0"/>
              </a:rPr>
              <a:t>Technical</a:t>
            </a:r>
            <a:r>
              <a:rPr lang="it-IT" sz="2400" b="1" i="0" dirty="0">
                <a:solidFill>
                  <a:srgbClr val="E02B20"/>
                </a:solidFill>
                <a:effectLst/>
                <a:latin typeface="Open Sans" panose="020B0606030504020204" pitchFamily="34" charset="0"/>
              </a:rPr>
              <a:t> Sponsor</a:t>
            </a:r>
            <a:endParaRPr lang="it-IT" sz="2400" dirty="0"/>
          </a:p>
        </p:txBody>
      </p:sp>
      <p:pic>
        <p:nvPicPr>
          <p:cNvPr id="7" name="Immagine 6">
            <a:extLst>
              <a:ext uri="{FF2B5EF4-FFF2-40B4-BE49-F238E27FC236}">
                <a16:creationId xmlns:a16="http://schemas.microsoft.com/office/drawing/2014/main" id="{E802044E-478E-2E1D-ACF2-C3D294EE5BB1}"/>
              </a:ext>
            </a:extLst>
          </p:cNvPr>
          <p:cNvPicPr>
            <a:picLocks noChangeAspect="1"/>
          </p:cNvPicPr>
          <p:nvPr userDrawn="1"/>
        </p:nvPicPr>
        <p:blipFill>
          <a:blip r:embed="rId4"/>
          <a:stretch>
            <a:fillRect/>
          </a:stretch>
        </p:blipFill>
        <p:spPr>
          <a:xfrm>
            <a:off x="949207" y="3563330"/>
            <a:ext cx="2689471" cy="1344736"/>
          </a:xfrm>
          <a:prstGeom prst="rect">
            <a:avLst/>
          </a:prstGeom>
        </p:spPr>
      </p:pic>
      <p:pic>
        <p:nvPicPr>
          <p:cNvPr id="9" name="Immagine 8">
            <a:extLst>
              <a:ext uri="{FF2B5EF4-FFF2-40B4-BE49-F238E27FC236}">
                <a16:creationId xmlns:a16="http://schemas.microsoft.com/office/drawing/2014/main" id="{D75DC4AC-03AC-F48C-96C4-AEBCD7E97D18}"/>
              </a:ext>
            </a:extLst>
          </p:cNvPr>
          <p:cNvPicPr>
            <a:picLocks noChangeAspect="1"/>
          </p:cNvPicPr>
          <p:nvPr userDrawn="1"/>
        </p:nvPicPr>
        <p:blipFill>
          <a:blip r:embed="rId5"/>
          <a:srcRect/>
          <a:stretch/>
        </p:blipFill>
        <p:spPr>
          <a:xfrm>
            <a:off x="4196875" y="3544011"/>
            <a:ext cx="2618961" cy="1344736"/>
          </a:xfrm>
          <a:prstGeom prst="rect">
            <a:avLst/>
          </a:prstGeom>
        </p:spPr>
      </p:pic>
      <p:pic>
        <p:nvPicPr>
          <p:cNvPr id="1032" name="Picture 8" descr="JetBrains">
            <a:extLst>
              <a:ext uri="{FF2B5EF4-FFF2-40B4-BE49-F238E27FC236}">
                <a16:creationId xmlns:a16="http://schemas.microsoft.com/office/drawing/2014/main" id="{BEB1668B-28C7-4089-8EA4-58DFAF163CF8}"/>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332024" y="4747678"/>
            <a:ext cx="1344737" cy="134473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0">
            <a:extLst>
              <a:ext uri="{FF2B5EF4-FFF2-40B4-BE49-F238E27FC236}">
                <a16:creationId xmlns:a16="http://schemas.microsoft.com/office/drawing/2014/main" id="{304CAED0-DD49-884F-24F0-EC06C6FF8AEA}"/>
              </a:ext>
            </a:extLst>
          </p:cNvPr>
          <p:cNvPicPr>
            <a:picLocks noChangeAspect="1" noChangeArrowheads="1"/>
          </p:cNvPicPr>
          <p:nvPr userDrawn="1"/>
        </p:nvPicPr>
        <p:blipFill>
          <a:blip r:embed="rId7"/>
          <a:srcRect/>
          <a:stretch/>
        </p:blipFill>
        <p:spPr bwMode="auto">
          <a:xfrm>
            <a:off x="9889300" y="3285549"/>
            <a:ext cx="2066226" cy="206622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0">
            <a:extLst>
              <a:ext uri="{FF2B5EF4-FFF2-40B4-BE49-F238E27FC236}">
                <a16:creationId xmlns:a16="http://schemas.microsoft.com/office/drawing/2014/main" id="{2519B83E-A302-0E05-B1A9-795866AC5B66}"/>
              </a:ext>
            </a:extLst>
          </p:cNvPr>
          <p:cNvPicPr>
            <a:picLocks noChangeAspect="1" noChangeArrowheads="1"/>
          </p:cNvPicPr>
          <p:nvPr userDrawn="1"/>
        </p:nvPicPr>
        <p:blipFill>
          <a:blip r:embed="rId8"/>
          <a:srcRect/>
          <a:stretch/>
        </p:blipFill>
        <p:spPr bwMode="auto">
          <a:xfrm>
            <a:off x="8001675" y="3427985"/>
            <a:ext cx="1781355" cy="1781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2361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Diapositiva titolo">
    <p:spTree>
      <p:nvGrpSpPr>
        <p:cNvPr id="1" name=""/>
        <p:cNvGrpSpPr/>
        <p:nvPr/>
      </p:nvGrpSpPr>
      <p:grpSpPr>
        <a:xfrm>
          <a:off x="0" y="0"/>
          <a:ext cx="0" cy="0"/>
          <a:chOff x="0" y="0"/>
          <a:chExt cx="0" cy="0"/>
        </a:xfrm>
      </p:grpSpPr>
      <p:pic>
        <p:nvPicPr>
          <p:cNvPr id="3" name="Immagine 2" descr="Immagine che contiene testo&#10;&#10;Descrizione generata automaticamente">
            <a:extLst>
              <a:ext uri="{FF2B5EF4-FFF2-40B4-BE49-F238E27FC236}">
                <a16:creationId xmlns:a16="http://schemas.microsoft.com/office/drawing/2014/main" id="{F6CFC133-75CD-4631-9D8C-DC664D16430D}"/>
              </a:ext>
            </a:extLst>
          </p:cNvPr>
          <p:cNvPicPr>
            <a:picLocks noChangeAspect="1"/>
          </p:cNvPicPr>
          <p:nvPr userDrawn="1"/>
        </p:nvPicPr>
        <p:blipFill>
          <a:blip r:embed="rId2"/>
          <a:stretch>
            <a:fillRect/>
          </a:stretch>
        </p:blipFill>
        <p:spPr>
          <a:xfrm>
            <a:off x="0" y="0"/>
            <a:ext cx="12192000" cy="6096000"/>
          </a:xfrm>
          <a:prstGeom prst="rect">
            <a:avLst/>
          </a:prstGeom>
        </p:spPr>
      </p:pic>
      <p:sp>
        <p:nvSpPr>
          <p:cNvPr id="20" name="Titolo 1">
            <a:extLst>
              <a:ext uri="{FF2B5EF4-FFF2-40B4-BE49-F238E27FC236}">
                <a16:creationId xmlns:a16="http://schemas.microsoft.com/office/drawing/2014/main" id="{51912CBA-87F2-456F-ADC1-903AC1E07AC8}"/>
              </a:ext>
            </a:extLst>
          </p:cNvPr>
          <p:cNvSpPr>
            <a:spLocks noGrp="1"/>
          </p:cNvSpPr>
          <p:nvPr>
            <p:ph type="title" hasCustomPrompt="1"/>
          </p:nvPr>
        </p:nvSpPr>
        <p:spPr>
          <a:xfrm>
            <a:off x="0" y="5292725"/>
            <a:ext cx="12192000" cy="1418626"/>
          </a:xfrm>
        </p:spPr>
        <p:txBody>
          <a:bodyPr/>
          <a:lstStyle>
            <a:lvl1pPr>
              <a:defRPr/>
            </a:lvl1pPr>
          </a:lstStyle>
          <a:p>
            <a:r>
              <a:rPr lang="it-IT" dirty="0"/>
              <a:t>Session Title</a:t>
            </a:r>
          </a:p>
        </p:txBody>
      </p:sp>
      <p:sp>
        <p:nvSpPr>
          <p:cNvPr id="21" name="Segnaposto contenuto 2">
            <a:extLst>
              <a:ext uri="{FF2B5EF4-FFF2-40B4-BE49-F238E27FC236}">
                <a16:creationId xmlns:a16="http://schemas.microsoft.com/office/drawing/2014/main" id="{A2418920-6165-400E-9618-02294986FB5C}"/>
              </a:ext>
            </a:extLst>
          </p:cNvPr>
          <p:cNvSpPr>
            <a:spLocks noGrp="1"/>
          </p:cNvSpPr>
          <p:nvPr>
            <p:ph idx="1" hasCustomPrompt="1"/>
          </p:nvPr>
        </p:nvSpPr>
        <p:spPr>
          <a:xfrm>
            <a:off x="0" y="5980545"/>
            <a:ext cx="12192000" cy="803275"/>
          </a:xfrm>
        </p:spPr>
        <p:txBody>
          <a:bodyPr/>
          <a:lstStyle>
            <a:lvl1pPr marL="0" indent="0">
              <a:buNone/>
              <a:defRPr/>
            </a:lvl1pPr>
            <a:lvl2pPr>
              <a:defRPr sz="2000">
                <a:solidFill>
                  <a:srgbClr val="C00000"/>
                </a:solidFill>
                <a:latin typeface="Raleway" panose="020B0503030101060003" pitchFamily="34" charset="77"/>
              </a:defRPr>
            </a:lvl2pPr>
            <a:lvl3pPr>
              <a:defRPr sz="1800">
                <a:solidFill>
                  <a:srgbClr val="C00000"/>
                </a:solidFill>
                <a:latin typeface="Raleway" panose="020B0503030101060003" pitchFamily="34" charset="77"/>
              </a:defRPr>
            </a:lvl3pPr>
            <a:lvl4pPr>
              <a:defRPr sz="1600">
                <a:solidFill>
                  <a:srgbClr val="C00000"/>
                </a:solidFill>
                <a:latin typeface="Raleway" panose="020B0503030101060003" pitchFamily="34" charset="77"/>
              </a:defRPr>
            </a:lvl4pPr>
            <a:lvl5pPr>
              <a:defRPr sz="1400">
                <a:solidFill>
                  <a:srgbClr val="C00000"/>
                </a:solidFill>
                <a:latin typeface="Raleway" panose="020B0503030101060003" pitchFamily="34" charset="77"/>
              </a:defRPr>
            </a:lvl5pPr>
          </a:lstStyle>
          <a:p>
            <a:r>
              <a:rPr lang="it-IT" dirty="0"/>
              <a:t>Session sub </a:t>
            </a:r>
            <a:r>
              <a:rPr lang="it-IT" dirty="0" err="1"/>
              <a:t>title</a:t>
            </a:r>
            <a:endParaRPr lang="it-IT" dirty="0"/>
          </a:p>
        </p:txBody>
      </p:sp>
    </p:spTree>
    <p:extLst>
      <p:ext uri="{BB962C8B-B14F-4D97-AF65-F5344CB8AC3E}">
        <p14:creationId xmlns:p14="http://schemas.microsoft.com/office/powerpoint/2010/main" val="3244759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ssionTitle">
    <p:spTree>
      <p:nvGrpSpPr>
        <p:cNvPr id="1" name=""/>
        <p:cNvGrpSpPr/>
        <p:nvPr/>
      </p:nvGrpSpPr>
      <p:grpSpPr>
        <a:xfrm>
          <a:off x="0" y="0"/>
          <a:ext cx="0" cy="0"/>
          <a:chOff x="0" y="0"/>
          <a:chExt cx="0" cy="0"/>
        </a:xfrm>
      </p:grpSpPr>
      <p:pic>
        <p:nvPicPr>
          <p:cNvPr id="3" name="Immagine 2" descr="Immagine che contiene testo&#10;&#10;Descrizione generata automaticamente">
            <a:extLst>
              <a:ext uri="{FF2B5EF4-FFF2-40B4-BE49-F238E27FC236}">
                <a16:creationId xmlns:a16="http://schemas.microsoft.com/office/drawing/2014/main" id="{F6CFC133-75CD-4631-9D8C-DC664D16430D}"/>
              </a:ext>
            </a:extLst>
          </p:cNvPr>
          <p:cNvPicPr>
            <a:picLocks noChangeAspect="1"/>
          </p:cNvPicPr>
          <p:nvPr userDrawn="1"/>
        </p:nvPicPr>
        <p:blipFill>
          <a:blip r:embed="rId2"/>
          <a:stretch>
            <a:fillRect/>
          </a:stretch>
        </p:blipFill>
        <p:spPr>
          <a:xfrm>
            <a:off x="0" y="0"/>
            <a:ext cx="12192000" cy="6096000"/>
          </a:xfrm>
          <a:prstGeom prst="rect">
            <a:avLst/>
          </a:prstGeom>
        </p:spPr>
      </p:pic>
      <p:sp>
        <p:nvSpPr>
          <p:cNvPr id="20" name="Titolo 1">
            <a:extLst>
              <a:ext uri="{FF2B5EF4-FFF2-40B4-BE49-F238E27FC236}">
                <a16:creationId xmlns:a16="http://schemas.microsoft.com/office/drawing/2014/main" id="{51912CBA-87F2-456F-ADC1-903AC1E07AC8}"/>
              </a:ext>
            </a:extLst>
          </p:cNvPr>
          <p:cNvSpPr>
            <a:spLocks noGrp="1"/>
          </p:cNvSpPr>
          <p:nvPr>
            <p:ph type="title" hasCustomPrompt="1"/>
          </p:nvPr>
        </p:nvSpPr>
        <p:spPr>
          <a:xfrm>
            <a:off x="0" y="4999470"/>
            <a:ext cx="12192000" cy="803275"/>
          </a:xfrm>
        </p:spPr>
        <p:txBody>
          <a:bodyPr/>
          <a:lstStyle>
            <a:lvl1pPr>
              <a:defRPr sz="2800"/>
            </a:lvl1pPr>
          </a:lstStyle>
          <a:p>
            <a:r>
              <a:rPr lang="it-IT" dirty="0"/>
              <a:t>Session Title</a:t>
            </a:r>
          </a:p>
        </p:txBody>
      </p:sp>
      <p:sp>
        <p:nvSpPr>
          <p:cNvPr id="21" name="Segnaposto contenuto 2">
            <a:extLst>
              <a:ext uri="{FF2B5EF4-FFF2-40B4-BE49-F238E27FC236}">
                <a16:creationId xmlns:a16="http://schemas.microsoft.com/office/drawing/2014/main" id="{A2418920-6165-400E-9618-02294986FB5C}"/>
              </a:ext>
            </a:extLst>
          </p:cNvPr>
          <p:cNvSpPr>
            <a:spLocks noGrp="1"/>
          </p:cNvSpPr>
          <p:nvPr>
            <p:ph idx="1" hasCustomPrompt="1"/>
          </p:nvPr>
        </p:nvSpPr>
        <p:spPr>
          <a:xfrm>
            <a:off x="0" y="5980545"/>
            <a:ext cx="12192000" cy="803275"/>
          </a:xfrm>
        </p:spPr>
        <p:txBody>
          <a:bodyPr/>
          <a:lstStyle>
            <a:lvl1pPr marL="0" indent="0">
              <a:buNone/>
              <a:defRPr sz="1800"/>
            </a:lvl1pPr>
            <a:lvl2pPr>
              <a:defRPr sz="2000">
                <a:solidFill>
                  <a:srgbClr val="C00000"/>
                </a:solidFill>
                <a:latin typeface="Raleway" panose="020B0503030101060003" pitchFamily="34" charset="77"/>
              </a:defRPr>
            </a:lvl2pPr>
            <a:lvl3pPr>
              <a:defRPr sz="1800">
                <a:solidFill>
                  <a:srgbClr val="C00000"/>
                </a:solidFill>
                <a:latin typeface="Raleway" panose="020B0503030101060003" pitchFamily="34" charset="77"/>
              </a:defRPr>
            </a:lvl3pPr>
            <a:lvl4pPr>
              <a:defRPr sz="1600">
                <a:solidFill>
                  <a:srgbClr val="C00000"/>
                </a:solidFill>
                <a:latin typeface="Raleway" panose="020B0503030101060003" pitchFamily="34" charset="77"/>
              </a:defRPr>
            </a:lvl4pPr>
            <a:lvl5pPr>
              <a:defRPr sz="1400">
                <a:solidFill>
                  <a:srgbClr val="C00000"/>
                </a:solidFill>
                <a:latin typeface="Raleway" panose="020B0503030101060003" pitchFamily="34" charset="77"/>
              </a:defRPr>
            </a:lvl5pPr>
          </a:lstStyle>
          <a:p>
            <a:r>
              <a:rPr lang="it-IT" dirty="0"/>
              <a:t>Session sub </a:t>
            </a:r>
            <a:r>
              <a:rPr lang="it-IT" dirty="0" err="1"/>
              <a:t>title</a:t>
            </a:r>
            <a:endParaRPr lang="it-IT" dirty="0"/>
          </a:p>
        </p:txBody>
      </p:sp>
    </p:spTree>
    <p:extLst>
      <p:ext uri="{BB962C8B-B14F-4D97-AF65-F5344CB8AC3E}">
        <p14:creationId xmlns:p14="http://schemas.microsoft.com/office/powerpoint/2010/main" val="591453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emo">
    <p:spTree>
      <p:nvGrpSpPr>
        <p:cNvPr id="1" name=""/>
        <p:cNvGrpSpPr/>
        <p:nvPr/>
      </p:nvGrpSpPr>
      <p:grpSpPr>
        <a:xfrm>
          <a:off x="0" y="0"/>
          <a:ext cx="0" cy="0"/>
          <a:chOff x="0" y="0"/>
          <a:chExt cx="0" cy="0"/>
        </a:xfrm>
      </p:grpSpPr>
      <p:pic>
        <p:nvPicPr>
          <p:cNvPr id="3" name="Immagine 2" descr="Immagine che contiene testo&#10;&#10;Descrizione generata automaticamente">
            <a:extLst>
              <a:ext uri="{FF2B5EF4-FFF2-40B4-BE49-F238E27FC236}">
                <a16:creationId xmlns:a16="http://schemas.microsoft.com/office/drawing/2014/main" id="{F6CFC133-75CD-4631-9D8C-DC664D16430D}"/>
              </a:ext>
            </a:extLst>
          </p:cNvPr>
          <p:cNvPicPr>
            <a:picLocks noChangeAspect="1"/>
          </p:cNvPicPr>
          <p:nvPr userDrawn="1"/>
        </p:nvPicPr>
        <p:blipFill>
          <a:blip r:embed="rId2"/>
          <a:stretch>
            <a:fillRect/>
          </a:stretch>
        </p:blipFill>
        <p:spPr>
          <a:xfrm>
            <a:off x="0" y="0"/>
            <a:ext cx="12192000" cy="6096000"/>
          </a:xfrm>
          <a:prstGeom prst="rect">
            <a:avLst/>
          </a:prstGeom>
        </p:spPr>
      </p:pic>
      <p:sp>
        <p:nvSpPr>
          <p:cNvPr id="20" name="Titolo 1">
            <a:extLst>
              <a:ext uri="{FF2B5EF4-FFF2-40B4-BE49-F238E27FC236}">
                <a16:creationId xmlns:a16="http://schemas.microsoft.com/office/drawing/2014/main" id="{51912CBA-87F2-456F-ADC1-903AC1E07AC8}"/>
              </a:ext>
            </a:extLst>
          </p:cNvPr>
          <p:cNvSpPr>
            <a:spLocks noGrp="1"/>
          </p:cNvSpPr>
          <p:nvPr>
            <p:ph type="title" hasCustomPrompt="1"/>
          </p:nvPr>
        </p:nvSpPr>
        <p:spPr>
          <a:xfrm>
            <a:off x="0" y="4999470"/>
            <a:ext cx="12192000" cy="1858530"/>
          </a:xfrm>
        </p:spPr>
        <p:txBody>
          <a:bodyPr anchor="ctr">
            <a:normAutofit/>
          </a:bodyPr>
          <a:lstStyle>
            <a:lvl1pPr algn="ctr">
              <a:defRPr sz="7200" b="1"/>
            </a:lvl1pPr>
          </a:lstStyle>
          <a:p>
            <a:r>
              <a:rPr lang="it-IT" dirty="0"/>
              <a:t>DEMO</a:t>
            </a:r>
          </a:p>
        </p:txBody>
      </p:sp>
    </p:spTree>
    <p:extLst>
      <p:ext uri="{BB962C8B-B14F-4D97-AF65-F5344CB8AC3E}">
        <p14:creationId xmlns:p14="http://schemas.microsoft.com/office/powerpoint/2010/main" val="547956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4_Diapositiva titolo">
    <p:spTree>
      <p:nvGrpSpPr>
        <p:cNvPr id="1" name=""/>
        <p:cNvGrpSpPr/>
        <p:nvPr/>
      </p:nvGrpSpPr>
      <p:grpSpPr>
        <a:xfrm>
          <a:off x="0" y="0"/>
          <a:ext cx="0" cy="0"/>
          <a:chOff x="0" y="0"/>
          <a:chExt cx="0" cy="0"/>
        </a:xfrm>
      </p:grpSpPr>
      <p:pic>
        <p:nvPicPr>
          <p:cNvPr id="3" name="Immagine 2" descr="Immagine che contiene testo&#10;&#10;Descrizione generata automaticamente">
            <a:extLst>
              <a:ext uri="{FF2B5EF4-FFF2-40B4-BE49-F238E27FC236}">
                <a16:creationId xmlns:a16="http://schemas.microsoft.com/office/drawing/2014/main" id="{F6CFC133-75CD-4631-9D8C-DC664D16430D}"/>
              </a:ext>
            </a:extLst>
          </p:cNvPr>
          <p:cNvPicPr>
            <a:picLocks noChangeAspect="1"/>
          </p:cNvPicPr>
          <p:nvPr userDrawn="1"/>
        </p:nvPicPr>
        <p:blipFill>
          <a:blip r:embed="rId2"/>
          <a:stretch>
            <a:fillRect/>
          </a:stretch>
        </p:blipFill>
        <p:spPr>
          <a:xfrm>
            <a:off x="0" y="0"/>
            <a:ext cx="12192000" cy="6096000"/>
          </a:xfrm>
          <a:prstGeom prst="rect">
            <a:avLst/>
          </a:prstGeom>
        </p:spPr>
      </p:pic>
      <p:sp>
        <p:nvSpPr>
          <p:cNvPr id="20" name="Titolo 1">
            <a:extLst>
              <a:ext uri="{FF2B5EF4-FFF2-40B4-BE49-F238E27FC236}">
                <a16:creationId xmlns:a16="http://schemas.microsoft.com/office/drawing/2014/main" id="{51912CBA-87F2-456F-ADC1-903AC1E07AC8}"/>
              </a:ext>
            </a:extLst>
          </p:cNvPr>
          <p:cNvSpPr>
            <a:spLocks noGrp="1"/>
          </p:cNvSpPr>
          <p:nvPr>
            <p:ph type="title"/>
          </p:nvPr>
        </p:nvSpPr>
        <p:spPr>
          <a:xfrm>
            <a:off x="0" y="4999470"/>
            <a:ext cx="12192000" cy="1858530"/>
          </a:xfrm>
        </p:spPr>
        <p:txBody>
          <a:bodyPr anchor="ctr">
            <a:normAutofit/>
          </a:bodyPr>
          <a:lstStyle>
            <a:lvl1pPr algn="ctr">
              <a:defRPr sz="7200" b="1"/>
            </a:lvl1pPr>
          </a:lstStyle>
          <a:p>
            <a:endParaRPr lang="it-IT" dirty="0"/>
          </a:p>
        </p:txBody>
      </p:sp>
    </p:spTree>
    <p:extLst>
      <p:ext uri="{BB962C8B-B14F-4D97-AF65-F5344CB8AC3E}">
        <p14:creationId xmlns:p14="http://schemas.microsoft.com/office/powerpoint/2010/main" val="362565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73E6C1-AE1B-7547-ADBB-F33ABA0FBBEA}"/>
              </a:ext>
            </a:extLst>
          </p:cNvPr>
          <p:cNvSpPr>
            <a:spLocks noGrp="1"/>
          </p:cNvSpPr>
          <p:nvPr>
            <p:ph type="title"/>
          </p:nvPr>
        </p:nvSpPr>
        <p:spPr/>
        <p:txBody>
          <a:bodyPr/>
          <a:lstStyle/>
          <a:p>
            <a:r>
              <a:rPr lang="it-IT" dirty="0"/>
              <a:t>Fare clic per modificare lo stile del titolo dello schema</a:t>
            </a:r>
          </a:p>
        </p:txBody>
      </p:sp>
      <p:sp>
        <p:nvSpPr>
          <p:cNvPr id="3" name="Segnaposto contenuto 2">
            <a:extLst>
              <a:ext uri="{FF2B5EF4-FFF2-40B4-BE49-F238E27FC236}">
                <a16:creationId xmlns:a16="http://schemas.microsoft.com/office/drawing/2014/main" id="{A9A3638A-A027-834F-8315-532816415F50}"/>
              </a:ext>
            </a:extLst>
          </p:cNvPr>
          <p:cNvSpPr>
            <a:spLocks noGrp="1"/>
          </p:cNvSpPr>
          <p:nvPr>
            <p:ph idx="1"/>
          </p:nvPr>
        </p:nvSpPr>
        <p:spPr/>
        <p:txBody>
          <a:bodyPr/>
          <a:lstStyle>
            <a:lvl2pPr>
              <a:defRPr sz="2000">
                <a:solidFill>
                  <a:srgbClr val="C00000"/>
                </a:solidFill>
                <a:latin typeface="Raleway" panose="020B0503030101060003" pitchFamily="34" charset="77"/>
              </a:defRPr>
            </a:lvl2pPr>
            <a:lvl3pPr>
              <a:defRPr sz="1800">
                <a:solidFill>
                  <a:srgbClr val="C00000"/>
                </a:solidFill>
                <a:latin typeface="Raleway" panose="020B0503030101060003" pitchFamily="34" charset="77"/>
              </a:defRPr>
            </a:lvl3pPr>
            <a:lvl4pPr>
              <a:defRPr sz="1600">
                <a:solidFill>
                  <a:srgbClr val="C00000"/>
                </a:solidFill>
                <a:latin typeface="Raleway" panose="020B0503030101060003" pitchFamily="34" charset="77"/>
              </a:defRPr>
            </a:lvl4pPr>
            <a:lvl5pPr>
              <a:defRPr sz="1400">
                <a:solidFill>
                  <a:srgbClr val="C00000"/>
                </a:solidFill>
                <a:latin typeface="Raleway" panose="020B0503030101060003" pitchFamily="34" charset="77"/>
              </a:defRPr>
            </a:lvl5pPr>
          </a:lstStyle>
          <a:p>
            <a:r>
              <a:rPr lang="it-IT" dirty="0"/>
              <a:t>Modifica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piè di pagina 4">
            <a:extLst>
              <a:ext uri="{FF2B5EF4-FFF2-40B4-BE49-F238E27FC236}">
                <a16:creationId xmlns:a16="http://schemas.microsoft.com/office/drawing/2014/main" id="{3B6278D3-6E45-6142-9109-39E186DBB0AD}"/>
              </a:ext>
            </a:extLst>
          </p:cNvPr>
          <p:cNvSpPr>
            <a:spLocks noGrp="1"/>
          </p:cNvSpPr>
          <p:nvPr>
            <p:ph type="ftr" sz="quarter" idx="11"/>
          </p:nvPr>
        </p:nvSpPr>
        <p:spPr>
          <a:xfrm>
            <a:off x="2244436" y="6356350"/>
            <a:ext cx="5908964" cy="365125"/>
          </a:xfrm>
        </p:spPr>
        <p:txBody>
          <a:bodyPr/>
          <a:lstStyle/>
          <a:p>
            <a:r>
              <a:rPr lang="en-US" dirty="0" err="1"/>
              <a:t>www.xmasdev.net</a:t>
            </a:r>
            <a:endParaRPr lang="en-US" dirty="0"/>
          </a:p>
        </p:txBody>
      </p:sp>
      <p:sp>
        <p:nvSpPr>
          <p:cNvPr id="6" name="Segnaposto numero diapositiva 5">
            <a:extLst>
              <a:ext uri="{FF2B5EF4-FFF2-40B4-BE49-F238E27FC236}">
                <a16:creationId xmlns:a16="http://schemas.microsoft.com/office/drawing/2014/main" id="{688DC965-7067-A44F-AACE-FF9FB06531FB}"/>
              </a:ext>
            </a:extLst>
          </p:cNvPr>
          <p:cNvSpPr>
            <a:spLocks noGrp="1"/>
          </p:cNvSpPr>
          <p:nvPr>
            <p:ph type="sldNum" sz="quarter" idx="12"/>
          </p:nvPr>
        </p:nvSpPr>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942311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C40584C-6DEB-B046-9B45-DC7B3B73A024}"/>
              </a:ext>
            </a:extLst>
          </p:cNvPr>
          <p:cNvSpPr>
            <a:spLocks noGrp="1"/>
          </p:cNvSpPr>
          <p:nvPr>
            <p:ph type="title"/>
          </p:nvPr>
        </p:nvSpPr>
        <p:spPr>
          <a:xfrm>
            <a:off x="2244436" y="1709739"/>
            <a:ext cx="9103013" cy="2297485"/>
          </a:xfrm>
        </p:spPr>
        <p:txBody>
          <a:bodyPr anchor="b"/>
          <a:lstStyle>
            <a:lvl1pPr>
              <a:defRPr sz="6000"/>
            </a:lvl1p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28501F3E-0DD9-494C-A04E-F72AA6FCFCC1}"/>
              </a:ext>
            </a:extLst>
          </p:cNvPr>
          <p:cNvSpPr>
            <a:spLocks noGrp="1"/>
          </p:cNvSpPr>
          <p:nvPr>
            <p:ph type="body" idx="1"/>
          </p:nvPr>
        </p:nvSpPr>
        <p:spPr>
          <a:xfrm>
            <a:off x="2244436" y="4365813"/>
            <a:ext cx="9103013" cy="1714704"/>
          </a:xfrm>
        </p:spPr>
        <p:txBody>
          <a:bodyPr>
            <a:noAutofit/>
          </a:bodyPr>
          <a:lstStyle>
            <a:lvl1pPr marL="0" indent="0">
              <a:buNone/>
              <a:defRPr sz="1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it-IT" dirty="0"/>
              <a:t>Modifica gli stili del testo dello schema
Secondo livello
Terzo livello
Quarto livello
Quinto livello</a:t>
            </a:r>
          </a:p>
        </p:txBody>
      </p:sp>
      <p:sp>
        <p:nvSpPr>
          <p:cNvPr id="5" name="Segnaposto piè di pagina 4">
            <a:extLst>
              <a:ext uri="{FF2B5EF4-FFF2-40B4-BE49-F238E27FC236}">
                <a16:creationId xmlns:a16="http://schemas.microsoft.com/office/drawing/2014/main" id="{AD86E1D4-6E8F-D748-8D0B-E42FFC90FAD7}"/>
              </a:ext>
            </a:extLst>
          </p:cNvPr>
          <p:cNvSpPr>
            <a:spLocks noGrp="1"/>
          </p:cNvSpPr>
          <p:nvPr>
            <p:ph type="ftr" sz="quarter" idx="11"/>
          </p:nvPr>
        </p:nvSpPr>
        <p:spPr>
          <a:xfrm>
            <a:off x="2244436" y="6356350"/>
            <a:ext cx="5908964" cy="365125"/>
          </a:xfrm>
        </p:spPr>
        <p:txBody>
          <a:bodyPr/>
          <a:lstStyle/>
          <a:p>
            <a:r>
              <a:rPr lang="en-US" dirty="0" err="1"/>
              <a:t>www.xmasdev.net</a:t>
            </a:r>
            <a:endParaRPr lang="en-US" dirty="0"/>
          </a:p>
        </p:txBody>
      </p:sp>
      <p:sp>
        <p:nvSpPr>
          <p:cNvPr id="6" name="Segnaposto numero diapositiva 5">
            <a:extLst>
              <a:ext uri="{FF2B5EF4-FFF2-40B4-BE49-F238E27FC236}">
                <a16:creationId xmlns:a16="http://schemas.microsoft.com/office/drawing/2014/main" id="{7B5B36BB-0C2F-2946-9AD8-A8D51D00EA0C}"/>
              </a:ext>
            </a:extLst>
          </p:cNvPr>
          <p:cNvSpPr>
            <a:spLocks noGrp="1"/>
          </p:cNvSpPr>
          <p:nvPr>
            <p:ph type="sldNum" sz="quarter" idx="12"/>
          </p:nvPr>
        </p:nvSpPr>
        <p:spPr>
          <a:xfrm>
            <a:off x="9256507" y="6356350"/>
            <a:ext cx="2097291" cy="365125"/>
          </a:xfrm>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4004880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327AA29-F078-004B-8E28-7F92255EDAB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14524EF-65AE-1644-B953-91EE71ABD75C}"/>
              </a:ext>
            </a:extLst>
          </p:cNvPr>
          <p:cNvSpPr>
            <a:spLocks noGrp="1"/>
          </p:cNvSpPr>
          <p:nvPr>
            <p:ph sz="half" idx="1"/>
          </p:nvPr>
        </p:nvSpPr>
        <p:spPr>
          <a:xfrm>
            <a:off x="2244435" y="1425388"/>
            <a:ext cx="4426525" cy="4751575"/>
          </a:xfrm>
        </p:spPr>
        <p:txBody>
          <a:bodyPr/>
          <a:lstStyle/>
          <a:p>
            <a:r>
              <a:rPr lang="it-IT"/>
              <a:t>Modifica gli stili del testo dello schema
Secondo livello
Terzo livello
Quarto livello
Quinto livello</a:t>
            </a:r>
          </a:p>
        </p:txBody>
      </p:sp>
      <p:sp>
        <p:nvSpPr>
          <p:cNvPr id="4" name="Segnaposto contenuto 3">
            <a:extLst>
              <a:ext uri="{FF2B5EF4-FFF2-40B4-BE49-F238E27FC236}">
                <a16:creationId xmlns:a16="http://schemas.microsoft.com/office/drawing/2014/main" id="{53CE46FF-F4CE-7A4E-8A96-4EAD8FFC51FA}"/>
              </a:ext>
            </a:extLst>
          </p:cNvPr>
          <p:cNvSpPr>
            <a:spLocks noGrp="1"/>
          </p:cNvSpPr>
          <p:nvPr>
            <p:ph sz="half" idx="2"/>
          </p:nvPr>
        </p:nvSpPr>
        <p:spPr>
          <a:xfrm>
            <a:off x="6927273" y="1425388"/>
            <a:ext cx="4426526" cy="4751575"/>
          </a:xfrm>
        </p:spPr>
        <p:txBody>
          <a:bodyPr/>
          <a:lstStyle/>
          <a:p>
            <a:r>
              <a:rPr lang="it-IT" dirty="0"/>
              <a:t>Modifica gli stili del testo dello schema
Secondo livello
Terzo livello
Quarto livello
Quinto livello</a:t>
            </a:r>
          </a:p>
        </p:txBody>
      </p:sp>
      <p:sp>
        <p:nvSpPr>
          <p:cNvPr id="6" name="Segnaposto piè di pagina 5">
            <a:extLst>
              <a:ext uri="{FF2B5EF4-FFF2-40B4-BE49-F238E27FC236}">
                <a16:creationId xmlns:a16="http://schemas.microsoft.com/office/drawing/2014/main" id="{44905C2B-E6F7-E94F-AFF2-F3D9C5B0F668}"/>
              </a:ext>
            </a:extLst>
          </p:cNvPr>
          <p:cNvSpPr>
            <a:spLocks noGrp="1"/>
          </p:cNvSpPr>
          <p:nvPr>
            <p:ph type="ftr" sz="quarter" idx="11"/>
          </p:nvPr>
        </p:nvSpPr>
        <p:spPr>
          <a:xfrm>
            <a:off x="2244435" y="6356350"/>
            <a:ext cx="6772564" cy="365125"/>
          </a:xfrm>
        </p:spPr>
        <p:txBody>
          <a:bodyPr/>
          <a:lstStyle/>
          <a:p>
            <a:r>
              <a:rPr lang="en-US" dirty="0" err="1"/>
              <a:t>www.xmasdev.net</a:t>
            </a:r>
            <a:endParaRPr lang="en-US" dirty="0"/>
          </a:p>
        </p:txBody>
      </p:sp>
      <p:sp>
        <p:nvSpPr>
          <p:cNvPr id="7" name="Segnaposto numero diapositiva 6">
            <a:extLst>
              <a:ext uri="{FF2B5EF4-FFF2-40B4-BE49-F238E27FC236}">
                <a16:creationId xmlns:a16="http://schemas.microsoft.com/office/drawing/2014/main" id="{D4A4EC58-54F2-8144-A2B5-8F369669D31E}"/>
              </a:ext>
            </a:extLst>
          </p:cNvPr>
          <p:cNvSpPr>
            <a:spLocks noGrp="1"/>
          </p:cNvSpPr>
          <p:nvPr>
            <p:ph type="sldNum" sz="quarter" idx="12"/>
          </p:nvPr>
        </p:nvSpPr>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54928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DBBBC-BE17-A24C-9C84-A04D20793AEF}"/>
              </a:ext>
            </a:extLst>
          </p:cNvPr>
          <p:cNvSpPr>
            <a:spLocks noGrp="1"/>
          </p:cNvSpPr>
          <p:nvPr>
            <p:ph type="title"/>
          </p:nvPr>
        </p:nvSpPr>
        <p:spPr>
          <a:xfrm>
            <a:off x="2133600" y="365125"/>
            <a:ext cx="9221787" cy="1239557"/>
          </a:xfrm>
        </p:spPr>
        <p:txBody>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F83943BD-D6E2-E646-AFB8-FDC1C0A8F7E6}"/>
              </a:ext>
            </a:extLst>
          </p:cNvPr>
          <p:cNvSpPr>
            <a:spLocks noGrp="1"/>
          </p:cNvSpPr>
          <p:nvPr>
            <p:ph type="body" idx="1"/>
          </p:nvPr>
        </p:nvSpPr>
        <p:spPr>
          <a:xfrm>
            <a:off x="2133601" y="1681162"/>
            <a:ext cx="4423479" cy="1747837"/>
          </a:xfrm>
        </p:spPr>
        <p:txBody>
          <a:bodyPr anchor="b">
            <a:noAutofit/>
          </a:bodyPr>
          <a:lstStyle>
            <a:lvl1pPr marL="0" indent="0">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it-IT" dirty="0"/>
              <a:t>Modifica gli stili del testo dello schema
Secondo livello
Terzo livello
Quarto livello
Quinto livello</a:t>
            </a:r>
          </a:p>
        </p:txBody>
      </p:sp>
      <p:sp>
        <p:nvSpPr>
          <p:cNvPr id="4" name="Segnaposto contenuto 3">
            <a:extLst>
              <a:ext uri="{FF2B5EF4-FFF2-40B4-BE49-F238E27FC236}">
                <a16:creationId xmlns:a16="http://schemas.microsoft.com/office/drawing/2014/main" id="{49F4CA54-39D9-BC40-9A28-25340CE4CDE2}"/>
              </a:ext>
            </a:extLst>
          </p:cNvPr>
          <p:cNvSpPr>
            <a:spLocks noGrp="1"/>
          </p:cNvSpPr>
          <p:nvPr>
            <p:ph sz="half" idx="2"/>
          </p:nvPr>
        </p:nvSpPr>
        <p:spPr>
          <a:xfrm>
            <a:off x="2133600" y="3619500"/>
            <a:ext cx="4423479" cy="2570162"/>
          </a:xfrm>
        </p:spPr>
        <p:txBody>
          <a:bodyPr/>
          <a:lstStyle/>
          <a:p>
            <a:r>
              <a:rPr lang="it-IT" dirty="0"/>
              <a:t>Modifica gli stili del testo dello schema
Secondo livello
Terzo livello
Quarto livello
Quinto livello</a:t>
            </a:r>
          </a:p>
        </p:txBody>
      </p:sp>
      <p:sp>
        <p:nvSpPr>
          <p:cNvPr id="5" name="Segnaposto testo 4">
            <a:extLst>
              <a:ext uri="{FF2B5EF4-FFF2-40B4-BE49-F238E27FC236}">
                <a16:creationId xmlns:a16="http://schemas.microsoft.com/office/drawing/2014/main" id="{2FACC5BB-4745-2F48-9D3C-96D953024038}"/>
              </a:ext>
            </a:extLst>
          </p:cNvPr>
          <p:cNvSpPr>
            <a:spLocks noGrp="1"/>
          </p:cNvSpPr>
          <p:nvPr>
            <p:ph type="body" sz="quarter" idx="3"/>
          </p:nvPr>
        </p:nvSpPr>
        <p:spPr>
          <a:xfrm>
            <a:off x="6908535" y="1681163"/>
            <a:ext cx="4445263" cy="1747836"/>
          </a:xfrm>
        </p:spPr>
        <p:txBody>
          <a:bodyPr anchor="b">
            <a:normAutofit/>
          </a:bodyPr>
          <a:lstStyle>
            <a:lvl1pPr marL="0" indent="0">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it-IT" dirty="0"/>
              <a:t>Modifica gli stili del testo dello schema
Secondo livello
Terzo livello
Quarto livello
Quinto livello</a:t>
            </a:r>
          </a:p>
        </p:txBody>
      </p:sp>
      <p:sp>
        <p:nvSpPr>
          <p:cNvPr id="6" name="Segnaposto contenuto 5">
            <a:extLst>
              <a:ext uri="{FF2B5EF4-FFF2-40B4-BE49-F238E27FC236}">
                <a16:creationId xmlns:a16="http://schemas.microsoft.com/office/drawing/2014/main" id="{25C12EEE-2654-BD4D-A3B2-A7E8054A63BA}"/>
              </a:ext>
            </a:extLst>
          </p:cNvPr>
          <p:cNvSpPr>
            <a:spLocks noGrp="1"/>
          </p:cNvSpPr>
          <p:nvPr>
            <p:ph sz="quarter" idx="4"/>
          </p:nvPr>
        </p:nvSpPr>
        <p:spPr>
          <a:xfrm>
            <a:off x="6931909" y="3619499"/>
            <a:ext cx="4423479" cy="2570163"/>
          </a:xfrm>
        </p:spPr>
        <p:txBody>
          <a:bodyPr/>
          <a:lstStyle/>
          <a:p>
            <a:r>
              <a:rPr lang="it-IT" dirty="0"/>
              <a:t>Modifica gli stili del testo dello schema
Secondo livello
Terzo livello
Quarto livello
Quinto livello</a:t>
            </a:r>
          </a:p>
        </p:txBody>
      </p:sp>
      <p:sp>
        <p:nvSpPr>
          <p:cNvPr id="8" name="Segnaposto piè di pagina 7">
            <a:extLst>
              <a:ext uri="{FF2B5EF4-FFF2-40B4-BE49-F238E27FC236}">
                <a16:creationId xmlns:a16="http://schemas.microsoft.com/office/drawing/2014/main" id="{8690D294-EF83-E94E-95E1-CCE5FFD43FC2}"/>
              </a:ext>
            </a:extLst>
          </p:cNvPr>
          <p:cNvSpPr>
            <a:spLocks noGrp="1"/>
          </p:cNvSpPr>
          <p:nvPr>
            <p:ph type="ftr" sz="quarter" idx="11"/>
          </p:nvPr>
        </p:nvSpPr>
        <p:spPr>
          <a:xfrm>
            <a:off x="2133600" y="6356350"/>
            <a:ext cx="6019799" cy="365125"/>
          </a:xfrm>
        </p:spPr>
        <p:txBody>
          <a:bodyPr/>
          <a:lstStyle/>
          <a:p>
            <a:r>
              <a:rPr lang="en-US" dirty="0" err="1"/>
              <a:t>www.xmasdev.net</a:t>
            </a:r>
            <a:endParaRPr lang="en-US" dirty="0"/>
          </a:p>
        </p:txBody>
      </p:sp>
      <p:sp>
        <p:nvSpPr>
          <p:cNvPr id="9" name="Segnaposto numero diapositiva 8">
            <a:extLst>
              <a:ext uri="{FF2B5EF4-FFF2-40B4-BE49-F238E27FC236}">
                <a16:creationId xmlns:a16="http://schemas.microsoft.com/office/drawing/2014/main" id="{45FB5D25-F2D6-754B-85F7-26CF50BEC52F}"/>
              </a:ext>
            </a:extLst>
          </p:cNvPr>
          <p:cNvSpPr>
            <a:spLocks noGrp="1"/>
          </p:cNvSpPr>
          <p:nvPr>
            <p:ph type="sldNum" sz="quarter" idx="12"/>
          </p:nvPr>
        </p:nvSpPr>
        <p:spPr>
          <a:xfrm>
            <a:off x="9280733" y="6356350"/>
            <a:ext cx="2073066" cy="365125"/>
          </a:xfrm>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3184714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A9304B-B9CC-4D41-87AB-BB7E52F9E071}"/>
              </a:ext>
            </a:extLst>
          </p:cNvPr>
          <p:cNvSpPr>
            <a:spLocks noGrp="1"/>
          </p:cNvSpPr>
          <p:nvPr>
            <p:ph type="title"/>
          </p:nvPr>
        </p:nvSpPr>
        <p:spPr/>
        <p:txBody>
          <a:bodyPr/>
          <a:lstStyle/>
          <a:p>
            <a:r>
              <a:rPr lang="it-IT"/>
              <a:t>Fare clic per modificare lo stile del titolo dello schema</a:t>
            </a:r>
          </a:p>
        </p:txBody>
      </p:sp>
      <p:sp>
        <p:nvSpPr>
          <p:cNvPr id="4" name="Segnaposto piè di pagina 3">
            <a:extLst>
              <a:ext uri="{FF2B5EF4-FFF2-40B4-BE49-F238E27FC236}">
                <a16:creationId xmlns:a16="http://schemas.microsoft.com/office/drawing/2014/main" id="{03DEF98E-B99B-F147-BE7D-EC97EE9FBC2A}"/>
              </a:ext>
            </a:extLst>
          </p:cNvPr>
          <p:cNvSpPr>
            <a:spLocks noGrp="1"/>
          </p:cNvSpPr>
          <p:nvPr>
            <p:ph type="ftr" sz="quarter" idx="11"/>
          </p:nvPr>
        </p:nvSpPr>
        <p:spPr>
          <a:xfrm>
            <a:off x="2244436" y="6356350"/>
            <a:ext cx="5908964" cy="365125"/>
          </a:xfrm>
        </p:spPr>
        <p:txBody>
          <a:bodyPr/>
          <a:lstStyle/>
          <a:p>
            <a:r>
              <a:rPr lang="en-US" dirty="0" err="1"/>
              <a:t>www.xmasdev.net</a:t>
            </a:r>
            <a:endParaRPr lang="en-US" dirty="0"/>
          </a:p>
        </p:txBody>
      </p:sp>
      <p:sp>
        <p:nvSpPr>
          <p:cNvPr id="5" name="Segnaposto numero diapositiva 4">
            <a:extLst>
              <a:ext uri="{FF2B5EF4-FFF2-40B4-BE49-F238E27FC236}">
                <a16:creationId xmlns:a16="http://schemas.microsoft.com/office/drawing/2014/main" id="{17D15F86-5A03-9343-AF22-C54032061A6E}"/>
              </a:ext>
            </a:extLst>
          </p:cNvPr>
          <p:cNvSpPr>
            <a:spLocks noGrp="1"/>
          </p:cNvSpPr>
          <p:nvPr>
            <p:ph type="sldNum" sz="quarter" idx="12"/>
          </p:nvPr>
        </p:nvSpPr>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37636106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3" name="Segnaposto piè di pagina 2">
            <a:extLst>
              <a:ext uri="{FF2B5EF4-FFF2-40B4-BE49-F238E27FC236}">
                <a16:creationId xmlns:a16="http://schemas.microsoft.com/office/drawing/2014/main" id="{E4793560-2FBF-ED4A-AE1B-7F2B5FFD036A}"/>
              </a:ext>
            </a:extLst>
          </p:cNvPr>
          <p:cNvSpPr>
            <a:spLocks noGrp="1"/>
          </p:cNvSpPr>
          <p:nvPr>
            <p:ph type="ftr" sz="quarter" idx="11"/>
          </p:nvPr>
        </p:nvSpPr>
        <p:spPr>
          <a:xfrm>
            <a:off x="2272144" y="6356350"/>
            <a:ext cx="5881255" cy="365125"/>
          </a:xfrm>
        </p:spPr>
        <p:txBody>
          <a:bodyPr/>
          <a:lstStyle/>
          <a:p>
            <a:r>
              <a:rPr lang="en-US" dirty="0" err="1"/>
              <a:t>www.xmasdev.net</a:t>
            </a:r>
            <a:endParaRPr lang="en-US" dirty="0"/>
          </a:p>
        </p:txBody>
      </p:sp>
      <p:sp>
        <p:nvSpPr>
          <p:cNvPr id="4" name="Segnaposto numero diapositiva 3">
            <a:extLst>
              <a:ext uri="{FF2B5EF4-FFF2-40B4-BE49-F238E27FC236}">
                <a16:creationId xmlns:a16="http://schemas.microsoft.com/office/drawing/2014/main" id="{D2CE4FC5-A13F-354F-8C77-A5D71FEB6DDD}"/>
              </a:ext>
            </a:extLst>
          </p:cNvPr>
          <p:cNvSpPr>
            <a:spLocks noGrp="1"/>
          </p:cNvSpPr>
          <p:nvPr>
            <p:ph type="sldNum" sz="quarter" idx="12"/>
          </p:nvPr>
        </p:nvSpPr>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34921179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F9302E-C0BE-FF44-B795-6726BB522458}"/>
              </a:ext>
            </a:extLst>
          </p:cNvPr>
          <p:cNvSpPr>
            <a:spLocks noGrp="1"/>
          </p:cNvSpPr>
          <p:nvPr>
            <p:ph type="title"/>
          </p:nvPr>
        </p:nvSpPr>
        <p:spPr>
          <a:xfrm>
            <a:off x="2189018" y="457200"/>
            <a:ext cx="4328323"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553925E-00C3-CF43-8F43-31F0EF6FB4B8}"/>
              </a:ext>
            </a:extLst>
          </p:cNvPr>
          <p:cNvSpPr>
            <a:spLocks noGrp="1"/>
          </p:cNvSpPr>
          <p:nvPr>
            <p:ph idx="1"/>
          </p:nvPr>
        </p:nvSpPr>
        <p:spPr>
          <a:xfrm>
            <a:off x="7121755" y="987425"/>
            <a:ext cx="4233632" cy="4873625"/>
          </a:xfrm>
        </p:spPr>
        <p:txBody>
          <a:bodyPr>
            <a:normAutofit/>
          </a:bodyPr>
          <a:lstStyle>
            <a:lvl1pPr>
              <a:defRPr sz="20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it-IT" dirty="0"/>
              <a:t>Modifica gli stili del testo dello schema
Secondo livello
Terzo livello
Quarto livello
Quinto livello</a:t>
            </a:r>
          </a:p>
        </p:txBody>
      </p:sp>
      <p:sp>
        <p:nvSpPr>
          <p:cNvPr id="4" name="Segnaposto testo 3">
            <a:extLst>
              <a:ext uri="{FF2B5EF4-FFF2-40B4-BE49-F238E27FC236}">
                <a16:creationId xmlns:a16="http://schemas.microsoft.com/office/drawing/2014/main" id="{C3372670-9514-014F-B63E-E00F580595C9}"/>
              </a:ext>
            </a:extLst>
          </p:cNvPr>
          <p:cNvSpPr>
            <a:spLocks noGrp="1"/>
          </p:cNvSpPr>
          <p:nvPr>
            <p:ph type="body" sz="half" idx="2"/>
          </p:nvPr>
        </p:nvSpPr>
        <p:spPr>
          <a:xfrm>
            <a:off x="2189018" y="2057400"/>
            <a:ext cx="432832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it-IT" dirty="0"/>
              <a:t>Modifica gli stili del testo dello schema
Secondo livello
Terzo livello
Quarto livello
Quinto livello</a:t>
            </a:r>
          </a:p>
        </p:txBody>
      </p:sp>
      <p:sp>
        <p:nvSpPr>
          <p:cNvPr id="6" name="Segnaposto piè di pagina 5">
            <a:extLst>
              <a:ext uri="{FF2B5EF4-FFF2-40B4-BE49-F238E27FC236}">
                <a16:creationId xmlns:a16="http://schemas.microsoft.com/office/drawing/2014/main" id="{640A6857-D8E5-C642-A325-5D9D4C75CB79}"/>
              </a:ext>
            </a:extLst>
          </p:cNvPr>
          <p:cNvSpPr>
            <a:spLocks noGrp="1"/>
          </p:cNvSpPr>
          <p:nvPr>
            <p:ph type="ftr" sz="quarter" idx="11"/>
          </p:nvPr>
        </p:nvSpPr>
        <p:spPr>
          <a:xfrm>
            <a:off x="2189018" y="6356350"/>
            <a:ext cx="5964382" cy="365125"/>
          </a:xfrm>
        </p:spPr>
        <p:txBody>
          <a:bodyPr/>
          <a:lstStyle/>
          <a:p>
            <a:r>
              <a:rPr lang="en-US" dirty="0" err="1"/>
              <a:t>www.xmasdev.net</a:t>
            </a:r>
            <a:endParaRPr lang="en-US" dirty="0"/>
          </a:p>
        </p:txBody>
      </p:sp>
      <p:sp>
        <p:nvSpPr>
          <p:cNvPr id="7" name="Segnaposto numero diapositiva 6">
            <a:extLst>
              <a:ext uri="{FF2B5EF4-FFF2-40B4-BE49-F238E27FC236}">
                <a16:creationId xmlns:a16="http://schemas.microsoft.com/office/drawing/2014/main" id="{F0727B93-993F-404C-95D4-57879E51AA50}"/>
              </a:ext>
            </a:extLst>
          </p:cNvPr>
          <p:cNvSpPr>
            <a:spLocks noGrp="1"/>
          </p:cNvSpPr>
          <p:nvPr>
            <p:ph type="sldNum" sz="quarter" idx="12"/>
          </p:nvPr>
        </p:nvSpPr>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32452873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Questions">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77F630-7678-1147-B591-63D5C83DCB68}"/>
              </a:ext>
            </a:extLst>
          </p:cNvPr>
          <p:cNvSpPr>
            <a:spLocks noGrp="1"/>
          </p:cNvSpPr>
          <p:nvPr>
            <p:ph type="title"/>
          </p:nvPr>
        </p:nvSpPr>
        <p:spPr>
          <a:xfrm>
            <a:off x="2119745" y="2057400"/>
            <a:ext cx="4747220"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72C62C1C-A289-5742-95B8-2B208F83DCF9}"/>
              </a:ext>
            </a:extLst>
          </p:cNvPr>
          <p:cNvSpPr>
            <a:spLocks noGrp="1"/>
          </p:cNvSpPr>
          <p:nvPr>
            <p:ph type="pic" idx="1"/>
          </p:nvPr>
        </p:nvSpPr>
        <p:spPr>
          <a:xfrm>
            <a:off x="7343453" y="987425"/>
            <a:ext cx="4011934"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3AECB42-35FC-7849-B2C8-29447AB6E448}"/>
              </a:ext>
            </a:extLst>
          </p:cNvPr>
          <p:cNvSpPr>
            <a:spLocks noGrp="1"/>
          </p:cNvSpPr>
          <p:nvPr>
            <p:ph type="body" sz="half" idx="2"/>
          </p:nvPr>
        </p:nvSpPr>
        <p:spPr>
          <a:xfrm>
            <a:off x="2119745" y="3657600"/>
            <a:ext cx="4747220" cy="22113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it-IT"/>
              <a:t>Modifica gli stili del testo dello schema
Secondo livello
Terzo livello
Quarto livello
Quinto livello</a:t>
            </a:r>
          </a:p>
        </p:txBody>
      </p:sp>
      <p:sp>
        <p:nvSpPr>
          <p:cNvPr id="6" name="Segnaposto piè di pagina 5">
            <a:extLst>
              <a:ext uri="{FF2B5EF4-FFF2-40B4-BE49-F238E27FC236}">
                <a16:creationId xmlns:a16="http://schemas.microsoft.com/office/drawing/2014/main" id="{9332AD69-85ED-BA49-B365-F92A8AD1E21D}"/>
              </a:ext>
            </a:extLst>
          </p:cNvPr>
          <p:cNvSpPr>
            <a:spLocks noGrp="1"/>
          </p:cNvSpPr>
          <p:nvPr>
            <p:ph type="ftr" sz="quarter" idx="11"/>
          </p:nvPr>
        </p:nvSpPr>
        <p:spPr>
          <a:xfrm>
            <a:off x="2119745" y="6356350"/>
            <a:ext cx="5937503" cy="365125"/>
          </a:xfrm>
        </p:spPr>
        <p:txBody>
          <a:bodyPr/>
          <a:lstStyle/>
          <a:p>
            <a:r>
              <a:rPr lang="en-US" dirty="0" err="1"/>
              <a:t>www.xmasdev.net</a:t>
            </a:r>
            <a:endParaRPr lang="en-US" dirty="0"/>
          </a:p>
        </p:txBody>
      </p:sp>
      <p:sp>
        <p:nvSpPr>
          <p:cNvPr id="7" name="Segnaposto numero diapositiva 6">
            <a:extLst>
              <a:ext uri="{FF2B5EF4-FFF2-40B4-BE49-F238E27FC236}">
                <a16:creationId xmlns:a16="http://schemas.microsoft.com/office/drawing/2014/main" id="{99BA05DE-7C04-5D44-BBF9-8DDC28E4B848}"/>
              </a:ext>
            </a:extLst>
          </p:cNvPr>
          <p:cNvSpPr>
            <a:spLocks noGrp="1"/>
          </p:cNvSpPr>
          <p:nvPr>
            <p:ph type="sldNum" sz="quarter" idx="12"/>
          </p:nvPr>
        </p:nvSpPr>
        <p:spPr>
          <a:xfrm>
            <a:off x="9311285" y="6356350"/>
            <a:ext cx="2042513" cy="365125"/>
          </a:xfrm>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1832271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77F630-7678-1147-B591-63D5C83DCB68}"/>
              </a:ext>
            </a:extLst>
          </p:cNvPr>
          <p:cNvSpPr>
            <a:spLocks noGrp="1"/>
          </p:cNvSpPr>
          <p:nvPr>
            <p:ph type="title" hasCustomPrompt="1"/>
          </p:nvPr>
        </p:nvSpPr>
        <p:spPr>
          <a:xfrm>
            <a:off x="2119745" y="457200"/>
            <a:ext cx="4747220" cy="1600200"/>
          </a:xfrm>
        </p:spPr>
        <p:txBody>
          <a:bodyPr anchor="b"/>
          <a:lstStyle>
            <a:lvl1pPr>
              <a:defRPr sz="3200"/>
            </a:lvl1pPr>
          </a:lstStyle>
          <a:p>
            <a:r>
              <a:rPr lang="it-IT" dirty="0"/>
              <a:t>SeSSION FEEDBACK</a:t>
            </a:r>
          </a:p>
        </p:txBody>
      </p:sp>
      <p:sp>
        <p:nvSpPr>
          <p:cNvPr id="3" name="Segnaposto immagine 2">
            <a:extLst>
              <a:ext uri="{FF2B5EF4-FFF2-40B4-BE49-F238E27FC236}">
                <a16:creationId xmlns:a16="http://schemas.microsoft.com/office/drawing/2014/main" id="{72C62C1C-A289-5742-95B8-2B208F83DCF9}"/>
              </a:ext>
            </a:extLst>
          </p:cNvPr>
          <p:cNvSpPr>
            <a:spLocks noGrp="1"/>
          </p:cNvSpPr>
          <p:nvPr>
            <p:ph type="pic" idx="1"/>
          </p:nvPr>
        </p:nvSpPr>
        <p:spPr>
          <a:xfrm>
            <a:off x="7343453" y="987425"/>
            <a:ext cx="4011934"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C3AECB42-35FC-7849-B2C8-29447AB6E448}"/>
              </a:ext>
            </a:extLst>
          </p:cNvPr>
          <p:cNvSpPr>
            <a:spLocks noGrp="1"/>
          </p:cNvSpPr>
          <p:nvPr>
            <p:ph type="body" sz="half" idx="2"/>
          </p:nvPr>
        </p:nvSpPr>
        <p:spPr>
          <a:xfrm>
            <a:off x="2119745" y="2057400"/>
            <a:ext cx="47472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it-IT" dirty="0"/>
              <a:t>Modifica gli stili del testo dello schema
Secondo livello
Terzo livello
Quarto livello
Quinto livello</a:t>
            </a:r>
          </a:p>
        </p:txBody>
      </p:sp>
      <p:sp>
        <p:nvSpPr>
          <p:cNvPr id="6" name="Segnaposto piè di pagina 5">
            <a:extLst>
              <a:ext uri="{FF2B5EF4-FFF2-40B4-BE49-F238E27FC236}">
                <a16:creationId xmlns:a16="http://schemas.microsoft.com/office/drawing/2014/main" id="{9332AD69-85ED-BA49-B365-F92A8AD1E21D}"/>
              </a:ext>
            </a:extLst>
          </p:cNvPr>
          <p:cNvSpPr>
            <a:spLocks noGrp="1"/>
          </p:cNvSpPr>
          <p:nvPr>
            <p:ph type="ftr" sz="quarter" idx="11"/>
          </p:nvPr>
        </p:nvSpPr>
        <p:spPr>
          <a:xfrm>
            <a:off x="2119745" y="6356350"/>
            <a:ext cx="5937503" cy="365125"/>
          </a:xfrm>
        </p:spPr>
        <p:txBody>
          <a:bodyPr/>
          <a:lstStyle/>
          <a:p>
            <a:r>
              <a:rPr lang="en-US" dirty="0" err="1"/>
              <a:t>www.xmasdev.net</a:t>
            </a:r>
            <a:endParaRPr lang="en-US" dirty="0"/>
          </a:p>
        </p:txBody>
      </p:sp>
      <p:sp>
        <p:nvSpPr>
          <p:cNvPr id="7" name="Segnaposto numero diapositiva 6">
            <a:extLst>
              <a:ext uri="{FF2B5EF4-FFF2-40B4-BE49-F238E27FC236}">
                <a16:creationId xmlns:a16="http://schemas.microsoft.com/office/drawing/2014/main" id="{99BA05DE-7C04-5D44-BBF9-8DDC28E4B848}"/>
              </a:ext>
            </a:extLst>
          </p:cNvPr>
          <p:cNvSpPr>
            <a:spLocks noGrp="1"/>
          </p:cNvSpPr>
          <p:nvPr>
            <p:ph type="sldNum" sz="quarter" idx="12"/>
          </p:nvPr>
        </p:nvSpPr>
        <p:spPr>
          <a:xfrm>
            <a:off x="9311285" y="6356350"/>
            <a:ext cx="2042513" cy="365125"/>
          </a:xfrm>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41496588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Vot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77F630-7678-1147-B591-63D5C83DCB68}"/>
              </a:ext>
            </a:extLst>
          </p:cNvPr>
          <p:cNvSpPr>
            <a:spLocks noGrp="1"/>
          </p:cNvSpPr>
          <p:nvPr>
            <p:ph type="title"/>
          </p:nvPr>
        </p:nvSpPr>
        <p:spPr>
          <a:xfrm>
            <a:off x="2119745" y="457199"/>
            <a:ext cx="4747220" cy="3140015"/>
          </a:xfrm>
        </p:spPr>
        <p:txBody>
          <a:bodyPr anchor="b"/>
          <a:lstStyle>
            <a:lvl1pPr>
              <a:defRPr sz="3200"/>
            </a:lvl1pPr>
          </a:lstStyle>
          <a:p>
            <a:r>
              <a:rPr lang="it-IT" dirty="0"/>
              <a:t>Fare clic per modificare lo stile del titolo dello schema</a:t>
            </a:r>
          </a:p>
        </p:txBody>
      </p:sp>
      <p:sp>
        <p:nvSpPr>
          <p:cNvPr id="3" name="Segnaposto immagine 2">
            <a:extLst>
              <a:ext uri="{FF2B5EF4-FFF2-40B4-BE49-F238E27FC236}">
                <a16:creationId xmlns:a16="http://schemas.microsoft.com/office/drawing/2014/main" id="{72C62C1C-A289-5742-95B8-2B208F83DCF9}"/>
              </a:ext>
            </a:extLst>
          </p:cNvPr>
          <p:cNvSpPr>
            <a:spLocks noGrp="1"/>
          </p:cNvSpPr>
          <p:nvPr>
            <p:ph type="pic" idx="1"/>
          </p:nvPr>
        </p:nvSpPr>
        <p:spPr>
          <a:xfrm>
            <a:off x="7343453" y="987425"/>
            <a:ext cx="4011934"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3AECB42-35FC-7849-B2C8-29447AB6E448}"/>
              </a:ext>
            </a:extLst>
          </p:cNvPr>
          <p:cNvSpPr>
            <a:spLocks noGrp="1"/>
          </p:cNvSpPr>
          <p:nvPr>
            <p:ph type="body" sz="half" idx="2"/>
          </p:nvPr>
        </p:nvSpPr>
        <p:spPr>
          <a:xfrm>
            <a:off x="2119745" y="3786996"/>
            <a:ext cx="4747220" cy="208199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it-IT" dirty="0"/>
              <a:t>Modifica gli stili del testo dello schema
Secondo livello
Terzo livello
Quarto livello
Quinto livello</a:t>
            </a:r>
          </a:p>
        </p:txBody>
      </p:sp>
      <p:sp>
        <p:nvSpPr>
          <p:cNvPr id="6" name="Segnaposto piè di pagina 5">
            <a:extLst>
              <a:ext uri="{FF2B5EF4-FFF2-40B4-BE49-F238E27FC236}">
                <a16:creationId xmlns:a16="http://schemas.microsoft.com/office/drawing/2014/main" id="{9332AD69-85ED-BA49-B365-F92A8AD1E21D}"/>
              </a:ext>
            </a:extLst>
          </p:cNvPr>
          <p:cNvSpPr>
            <a:spLocks noGrp="1"/>
          </p:cNvSpPr>
          <p:nvPr>
            <p:ph type="ftr" sz="quarter" idx="11"/>
          </p:nvPr>
        </p:nvSpPr>
        <p:spPr>
          <a:xfrm>
            <a:off x="2119745" y="6356350"/>
            <a:ext cx="5937503" cy="365125"/>
          </a:xfrm>
        </p:spPr>
        <p:txBody>
          <a:bodyPr/>
          <a:lstStyle/>
          <a:p>
            <a:r>
              <a:rPr lang="en-US" dirty="0" err="1"/>
              <a:t>www.xmasdev.net</a:t>
            </a:r>
            <a:endParaRPr lang="en-US" dirty="0"/>
          </a:p>
        </p:txBody>
      </p:sp>
      <p:sp>
        <p:nvSpPr>
          <p:cNvPr id="7" name="Segnaposto numero diapositiva 6">
            <a:extLst>
              <a:ext uri="{FF2B5EF4-FFF2-40B4-BE49-F238E27FC236}">
                <a16:creationId xmlns:a16="http://schemas.microsoft.com/office/drawing/2014/main" id="{99BA05DE-7C04-5D44-BBF9-8DDC28E4B848}"/>
              </a:ext>
            </a:extLst>
          </p:cNvPr>
          <p:cNvSpPr>
            <a:spLocks noGrp="1"/>
          </p:cNvSpPr>
          <p:nvPr>
            <p:ph type="sldNum" sz="quarter" idx="12"/>
          </p:nvPr>
        </p:nvSpPr>
        <p:spPr>
          <a:xfrm>
            <a:off x="9311285" y="6356350"/>
            <a:ext cx="2042513" cy="365125"/>
          </a:xfrm>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20255576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8AFC9E-C3D0-EC4C-819F-B9897FB24BE4}"/>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0ED1E33-82AB-1C47-AD66-3C17A97059E4}"/>
              </a:ext>
            </a:extLst>
          </p:cNvPr>
          <p:cNvSpPr>
            <a:spLocks noGrp="1"/>
          </p:cNvSpPr>
          <p:nvPr>
            <p:ph type="body" orient="vert" idx="1"/>
          </p:nvPr>
        </p:nvSpPr>
        <p:spPr/>
        <p:txBody>
          <a:bodyPr vert="eaVert"/>
          <a:lstStyle/>
          <a:p>
            <a:r>
              <a:rPr lang="it-IT"/>
              <a:t>Modifica gli stili del testo dello schema
Secondo livello
Terzo livello
Quarto livello
Quinto livello</a:t>
            </a:r>
          </a:p>
        </p:txBody>
      </p:sp>
      <p:sp>
        <p:nvSpPr>
          <p:cNvPr id="5" name="Segnaposto piè di pagina 4">
            <a:extLst>
              <a:ext uri="{FF2B5EF4-FFF2-40B4-BE49-F238E27FC236}">
                <a16:creationId xmlns:a16="http://schemas.microsoft.com/office/drawing/2014/main" id="{626AE962-3CC7-514B-A7E0-A4896053F543}"/>
              </a:ext>
            </a:extLst>
          </p:cNvPr>
          <p:cNvSpPr>
            <a:spLocks noGrp="1"/>
          </p:cNvSpPr>
          <p:nvPr>
            <p:ph type="ftr" sz="quarter" idx="11"/>
          </p:nvPr>
        </p:nvSpPr>
        <p:spPr>
          <a:xfrm>
            <a:off x="2244436" y="6356350"/>
            <a:ext cx="6576835" cy="365125"/>
          </a:xfrm>
        </p:spPr>
        <p:txBody>
          <a:bodyPr/>
          <a:lstStyle/>
          <a:p>
            <a:r>
              <a:rPr lang="en-US" dirty="0" err="1"/>
              <a:t>www.xmasdev.net</a:t>
            </a:r>
            <a:endParaRPr lang="en-US" dirty="0"/>
          </a:p>
        </p:txBody>
      </p:sp>
      <p:sp>
        <p:nvSpPr>
          <p:cNvPr id="6" name="Segnaposto numero diapositiva 5">
            <a:extLst>
              <a:ext uri="{FF2B5EF4-FFF2-40B4-BE49-F238E27FC236}">
                <a16:creationId xmlns:a16="http://schemas.microsoft.com/office/drawing/2014/main" id="{1ECD7985-233F-664F-81E9-92691A1282C7}"/>
              </a:ext>
            </a:extLst>
          </p:cNvPr>
          <p:cNvSpPr>
            <a:spLocks noGrp="1"/>
          </p:cNvSpPr>
          <p:nvPr>
            <p:ph type="sldNum" sz="quarter" idx="12"/>
          </p:nvPr>
        </p:nvSpPr>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12794691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F36D5C0A-DDA3-0247-ABBD-EA281F51E716}"/>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1DB55914-D685-B249-895F-F2B1F40D3178}"/>
              </a:ext>
            </a:extLst>
          </p:cNvPr>
          <p:cNvSpPr>
            <a:spLocks noGrp="1"/>
          </p:cNvSpPr>
          <p:nvPr>
            <p:ph type="body" orient="vert" idx="1"/>
          </p:nvPr>
        </p:nvSpPr>
        <p:spPr>
          <a:xfrm>
            <a:off x="2313708" y="365125"/>
            <a:ext cx="6258791" cy="5811838"/>
          </a:xfrm>
        </p:spPr>
        <p:txBody>
          <a:bodyPr vert="eaVert"/>
          <a:lstStyle/>
          <a:p>
            <a:r>
              <a:rPr lang="it-IT"/>
              <a:t>Modifica gli stili del testo dello schema
Secondo livello
Terzo livello
Quarto livello
Quinto livello</a:t>
            </a:r>
          </a:p>
        </p:txBody>
      </p:sp>
      <p:sp>
        <p:nvSpPr>
          <p:cNvPr id="5" name="Segnaposto piè di pagina 4">
            <a:extLst>
              <a:ext uri="{FF2B5EF4-FFF2-40B4-BE49-F238E27FC236}">
                <a16:creationId xmlns:a16="http://schemas.microsoft.com/office/drawing/2014/main" id="{297C6043-8888-FE45-8438-E4381ECD72C5}"/>
              </a:ext>
            </a:extLst>
          </p:cNvPr>
          <p:cNvSpPr>
            <a:spLocks noGrp="1"/>
          </p:cNvSpPr>
          <p:nvPr>
            <p:ph type="ftr" sz="quarter" idx="11"/>
          </p:nvPr>
        </p:nvSpPr>
        <p:spPr>
          <a:xfrm>
            <a:off x="2313708" y="6356350"/>
            <a:ext cx="6258792" cy="365125"/>
          </a:xfrm>
        </p:spPr>
        <p:txBody>
          <a:bodyPr/>
          <a:lstStyle/>
          <a:p>
            <a:r>
              <a:rPr lang="en-US" dirty="0" err="1"/>
              <a:t>www.xmasdev.net</a:t>
            </a:r>
            <a:endParaRPr lang="en-US" dirty="0"/>
          </a:p>
        </p:txBody>
      </p:sp>
      <p:sp>
        <p:nvSpPr>
          <p:cNvPr id="6" name="Segnaposto numero diapositiva 5">
            <a:extLst>
              <a:ext uri="{FF2B5EF4-FFF2-40B4-BE49-F238E27FC236}">
                <a16:creationId xmlns:a16="http://schemas.microsoft.com/office/drawing/2014/main" id="{22101684-9446-AD4E-9B19-B1B163A7E581}"/>
              </a:ext>
            </a:extLst>
          </p:cNvPr>
          <p:cNvSpPr>
            <a:spLocks noGrp="1"/>
          </p:cNvSpPr>
          <p:nvPr>
            <p:ph type="sldNum" sz="quarter" idx="12"/>
          </p:nvPr>
        </p:nvSpPr>
        <p:spPr/>
        <p:txBody>
          <a:bodyPr/>
          <a:lstStyle/>
          <a:p>
            <a:fld id="{727297A4-9A49-8F45-8BB8-FCFEA36B5158}" type="slidenum">
              <a:rPr lang="it-IT" smtClean="0"/>
              <a:t>‹N›</a:t>
            </a:fld>
            <a:endParaRPr lang="it-IT"/>
          </a:p>
        </p:txBody>
      </p:sp>
    </p:spTree>
    <p:extLst>
      <p:ext uri="{BB962C8B-B14F-4D97-AF65-F5344CB8AC3E}">
        <p14:creationId xmlns:p14="http://schemas.microsoft.com/office/powerpoint/2010/main" val="3838723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Immagine 8" descr="Immagine che contiene testo&#10;&#10;Descrizione generata automaticamente">
            <a:extLst>
              <a:ext uri="{FF2B5EF4-FFF2-40B4-BE49-F238E27FC236}">
                <a16:creationId xmlns:a16="http://schemas.microsoft.com/office/drawing/2014/main" id="{7650BB7A-A5FD-4D0C-A3BA-84D415793FB5}"/>
              </a:ext>
            </a:extLst>
          </p:cNvPr>
          <p:cNvPicPr>
            <a:picLocks noChangeAspect="1"/>
          </p:cNvPicPr>
          <p:nvPr userDrawn="1"/>
        </p:nvPicPr>
        <p:blipFill>
          <a:blip r:embed="rId20"/>
          <a:stretch>
            <a:fillRect/>
          </a:stretch>
        </p:blipFill>
        <p:spPr>
          <a:xfrm>
            <a:off x="-1628" y="0"/>
            <a:ext cx="1950720" cy="6858000"/>
          </a:xfrm>
          <a:prstGeom prst="rect">
            <a:avLst/>
          </a:prstGeom>
        </p:spPr>
      </p:pic>
      <p:sp>
        <p:nvSpPr>
          <p:cNvPr id="4" name="Rettangolo 3">
            <a:extLst>
              <a:ext uri="{FF2B5EF4-FFF2-40B4-BE49-F238E27FC236}">
                <a16:creationId xmlns:a16="http://schemas.microsoft.com/office/drawing/2014/main" id="{FD701C37-F76E-416D-A1CC-CB0381EA3AD7}"/>
              </a:ext>
            </a:extLst>
          </p:cNvPr>
          <p:cNvSpPr/>
          <p:nvPr userDrawn="1"/>
        </p:nvSpPr>
        <p:spPr>
          <a:xfrm>
            <a:off x="1971" y="3429000"/>
            <a:ext cx="1952277" cy="329247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it-IT"/>
          </a:p>
        </p:txBody>
      </p:sp>
      <p:sp>
        <p:nvSpPr>
          <p:cNvPr id="2" name="Segnaposto titolo 1">
            <a:extLst>
              <a:ext uri="{FF2B5EF4-FFF2-40B4-BE49-F238E27FC236}">
                <a16:creationId xmlns:a16="http://schemas.microsoft.com/office/drawing/2014/main" id="{81113162-F337-9448-AD18-D8D9B0EAF71F}"/>
              </a:ext>
            </a:extLst>
          </p:cNvPr>
          <p:cNvSpPr>
            <a:spLocks noGrp="1"/>
          </p:cNvSpPr>
          <p:nvPr>
            <p:ph type="title"/>
          </p:nvPr>
        </p:nvSpPr>
        <p:spPr>
          <a:xfrm>
            <a:off x="2244436" y="365125"/>
            <a:ext cx="9109364" cy="803275"/>
          </a:xfrm>
          <a:prstGeom prst="rect">
            <a:avLst/>
          </a:prstGeom>
        </p:spPr>
        <p:txBody>
          <a:bodyPr vert="horz" lIns="91440" tIns="45720" rIns="91440" bIns="45720" rtlCol="0" anchor="t">
            <a:normAutofit/>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FD108949-3D32-A044-B8E1-2D8D0CADFDE3}"/>
              </a:ext>
            </a:extLst>
          </p:cNvPr>
          <p:cNvSpPr>
            <a:spLocks noGrp="1"/>
          </p:cNvSpPr>
          <p:nvPr>
            <p:ph type="body" idx="1"/>
          </p:nvPr>
        </p:nvSpPr>
        <p:spPr>
          <a:xfrm>
            <a:off x="2244436" y="1346200"/>
            <a:ext cx="9109364" cy="4830763"/>
          </a:xfrm>
          <a:prstGeom prst="rect">
            <a:avLst/>
          </a:prstGeom>
        </p:spPr>
        <p:txBody>
          <a:bodyPr vert="horz" lIns="91440" tIns="45720" rIns="91440" bIns="45720" rtlCol="0">
            <a:normAutofit/>
          </a:bodyPr>
          <a:lstStyle/>
          <a:p>
            <a:r>
              <a:rPr lang="it-IT" dirty="0"/>
              <a:t>Modifica gli stili del testo dello schema
Secondo livello
Terzo livello
Quarto livello
Quinto livello</a:t>
            </a:r>
          </a:p>
        </p:txBody>
      </p:sp>
      <p:sp>
        <p:nvSpPr>
          <p:cNvPr id="5" name="Segnaposto piè di pagina 4">
            <a:extLst>
              <a:ext uri="{FF2B5EF4-FFF2-40B4-BE49-F238E27FC236}">
                <a16:creationId xmlns:a16="http://schemas.microsoft.com/office/drawing/2014/main" id="{EDC603CA-4C5E-914A-B191-8600360AC3FE}"/>
              </a:ext>
            </a:extLst>
          </p:cNvPr>
          <p:cNvSpPr>
            <a:spLocks noGrp="1"/>
          </p:cNvSpPr>
          <p:nvPr>
            <p:ph type="ftr" sz="quarter" idx="3"/>
          </p:nvPr>
        </p:nvSpPr>
        <p:spPr>
          <a:xfrm>
            <a:off x="2244435" y="6356350"/>
            <a:ext cx="5908963" cy="365125"/>
          </a:xfrm>
          <a:prstGeom prst="rect">
            <a:avLst/>
          </a:prstGeom>
        </p:spPr>
        <p:txBody>
          <a:bodyPr vert="horz" lIns="91440" tIns="45720" rIns="91440" bIns="45720" rtlCol="0" anchor="ctr"/>
          <a:lstStyle>
            <a:lvl1pPr algn="l">
              <a:defRPr sz="1200">
                <a:solidFill>
                  <a:schemeClr val="tx1">
                    <a:tint val="75000"/>
                  </a:schemeClr>
                </a:solidFill>
                <a:latin typeface="Raleway" panose="020B0503030101060003" pitchFamily="34" charset="77"/>
              </a:defRPr>
            </a:lvl1pPr>
          </a:lstStyle>
          <a:p>
            <a:r>
              <a:rPr lang="en-US" dirty="0" err="1"/>
              <a:t>www.xmasdev.net</a:t>
            </a:r>
            <a:endParaRPr lang="en-US" dirty="0"/>
          </a:p>
        </p:txBody>
      </p:sp>
      <p:sp>
        <p:nvSpPr>
          <p:cNvPr id="6" name="Segnaposto numero diapositiva 5">
            <a:extLst>
              <a:ext uri="{FF2B5EF4-FFF2-40B4-BE49-F238E27FC236}">
                <a16:creationId xmlns:a16="http://schemas.microsoft.com/office/drawing/2014/main" id="{840421B7-0C2A-2C49-B5E3-DE988B208C73}"/>
              </a:ext>
            </a:extLst>
          </p:cNvPr>
          <p:cNvSpPr>
            <a:spLocks noGrp="1"/>
          </p:cNvSpPr>
          <p:nvPr>
            <p:ph type="sldNum" sz="quarter" idx="4"/>
          </p:nvPr>
        </p:nvSpPr>
        <p:spPr>
          <a:xfrm>
            <a:off x="9146289" y="6356350"/>
            <a:ext cx="220751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7297A4-9A49-8F45-8BB8-FCFEA36B5158}" type="slidenum">
              <a:rPr lang="it-IT" smtClean="0"/>
              <a:t>‹N›</a:t>
            </a:fld>
            <a:endParaRPr lang="it-IT"/>
          </a:p>
        </p:txBody>
      </p:sp>
    </p:spTree>
    <p:extLst>
      <p:ext uri="{BB962C8B-B14F-4D97-AF65-F5344CB8AC3E}">
        <p14:creationId xmlns:p14="http://schemas.microsoft.com/office/powerpoint/2010/main" val="212522786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4" r:id="rId4"/>
    <p:sldLayoutId id="2147483662" r:id="rId5"/>
    <p:sldLayoutId id="2147483663" r:id="rId6"/>
    <p:sldLayoutId id="2147483650" r:id="rId7"/>
    <p:sldLayoutId id="2147483651" r:id="rId8"/>
    <p:sldLayoutId id="2147483652" r:id="rId9"/>
    <p:sldLayoutId id="2147483653" r:id="rId10"/>
    <p:sldLayoutId id="2147483654" r:id="rId11"/>
    <p:sldLayoutId id="2147483655" r:id="rId12"/>
    <p:sldLayoutId id="2147483656" r:id="rId13"/>
    <p:sldLayoutId id="2147483666" r:id="rId14"/>
    <p:sldLayoutId id="2147483657" r:id="rId15"/>
    <p:sldLayoutId id="2147483665" r:id="rId16"/>
    <p:sldLayoutId id="2147483658" r:id="rId17"/>
    <p:sldLayoutId id="2147483659" r:id="rId18"/>
  </p:sldLayoutIdLst>
  <p:txStyles>
    <p:titleStyle>
      <a:lvl1pPr algn="l" defTabSz="914400" rtl="0" eaLnBrk="1" latinLnBrk="0" hangingPunct="1">
        <a:lnSpc>
          <a:spcPct val="90000"/>
        </a:lnSpc>
        <a:spcBef>
          <a:spcPct val="0"/>
        </a:spcBef>
        <a:buNone/>
        <a:defRPr sz="3600" kern="1200">
          <a:solidFill>
            <a:srgbClr val="C00000"/>
          </a:solidFill>
          <a:latin typeface="Bebas Neue" panose="020B0606020202050201" pitchFamily="34" charset="77"/>
          <a:ea typeface="+mj-ea"/>
          <a:cs typeface="+mj-cs"/>
        </a:defRPr>
      </a:lvl1pPr>
    </p:titleStyle>
    <p:bodyStyle>
      <a:lvl1pPr marL="228600" indent="-228600" algn="l" defTabSz="914400" rtl="0" eaLnBrk="1" latinLnBrk="0" hangingPunct="1">
        <a:lnSpc>
          <a:spcPct val="90000"/>
        </a:lnSpc>
        <a:spcBef>
          <a:spcPts val="1000"/>
        </a:spcBef>
        <a:buClr>
          <a:srgbClr val="C00000"/>
        </a:buClr>
        <a:buFont typeface="Arial" panose="020B0604020202020204" pitchFamily="34" charset="0"/>
        <a:buChar char="•"/>
        <a:defRPr sz="2000" kern="1200">
          <a:solidFill>
            <a:srgbClr val="C00000"/>
          </a:solidFill>
          <a:latin typeface="Raleway" panose="020B05030301010600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den Accessibility Title"/>
          <p:cNvSpPr txBox="1"/>
          <p:nvPr/>
        </p:nvSpPr>
        <p:spPr>
          <a:xfrm>
            <a:off x="-9144000" y="-914400"/>
            <a:ext cx="7315200" cy="457200"/>
          </a:xfrm>
          <a:prstGeom prst="rect">
            <a:avLst/>
          </a:prstGeom>
          <a:noFill/>
        </p:spPr>
        <p:txBody>
          <a:bodyPr wrap="none">
            <a:spAutoFit/>
          </a:bodyPr>
          <a:lstStyle/>
          <a:p>
            <a:pPr>
              <a:defRPr sz="1200">
                <a:solidFill>
                  <a:srgbClr val="000000"/>
                </a:solidFill>
              </a:defRPr>
            </a:pPr>
            <a:r>
              <a:t>Session Banner - Caro Babbo Claude, quest'anno per Natale vorrei... un mese senza bug!</a:t>
            </a:r>
          </a:p>
        </p:txBody>
      </p:sp>
      <p:pic>
        <p:nvPicPr>
          <p:cNvPr id="3" name="Banner for Caro Babbo Claude, quest'anno per Natale vorrei... un mese senza bug! by Marco Consolaro, Emanuele Furlan" descr="1067165.jpeg"/>
          <p:cNvPicPr>
            <a:picLocks noChangeAspect="1"/>
          </p:cNvPicPr>
          <p:nvPr/>
        </p:nvPicPr>
        <p:blipFill>
          <a:blip r:embed="rId3"/>
          <a:stretch>
            <a:fillRect/>
          </a:stretch>
        </p:blipFill>
        <p:spPr>
          <a:xfrm>
            <a:off x="0" y="0"/>
            <a:ext cx="12192000" cy="6858000"/>
          </a:xfrm>
          <a:prstGeom prst="rect">
            <a:avLst/>
          </a:prstGeom>
        </p:spPr>
      </p:pic>
      <p:sp>
        <p:nvSpPr>
          <p:cNvPr id="4" name="Rettangolo 3">
            <a:extLst>
              <a:ext uri="{FF2B5EF4-FFF2-40B4-BE49-F238E27FC236}">
                <a16:creationId xmlns:a16="http://schemas.microsoft.com/office/drawing/2014/main" id="{2CDEA754-E40E-8504-147A-026050AA6636}"/>
              </a:ext>
            </a:extLst>
          </p:cNvPr>
          <p:cNvSpPr/>
          <p:nvPr/>
        </p:nvSpPr>
        <p:spPr>
          <a:xfrm>
            <a:off x="11069053" y="6063916"/>
            <a:ext cx="753979" cy="7940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in Session Title"/>
          <p:cNvSpPr txBox="1"/>
          <p:nvPr/>
        </p:nvSpPr>
        <p:spPr>
          <a:xfrm>
            <a:off x="-9144000" y="-914400"/>
            <a:ext cx="7315200" cy="457200"/>
          </a:xfrm>
          <a:prstGeom prst="rect">
            <a:avLst/>
          </a:prstGeom>
          <a:noFill/>
        </p:spPr>
        <p:txBody>
          <a:bodyPr wrap="none">
            <a:spAutoFit/>
          </a:bodyPr>
          <a:lstStyle/>
          <a:p>
            <a:r>
              <a:t>Caro Babbo Claude, quest'anno per Natale vorrei... un mese senza bug!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onsor Section Title"/>
          <p:cNvSpPr txBox="1"/>
          <p:nvPr/>
        </p:nvSpPr>
        <p:spPr>
          <a:xfrm>
            <a:off x="-9144000" y="-914400"/>
            <a:ext cx="7315200" cy="457200"/>
          </a:xfrm>
          <a:prstGeom prst="rect">
            <a:avLst/>
          </a:prstGeom>
          <a:noFill/>
        </p:spPr>
        <p:txBody>
          <a:bodyPr wrap="none">
            <a:spAutoFit/>
          </a:bodyPr>
          <a:lstStyle/>
          <a:p>
            <a:r>
              <a:t>Event Sponsors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otNetCode">
            <a:extLst>
              <a:ext uri="{FF2B5EF4-FFF2-40B4-BE49-F238E27FC236}">
                <a16:creationId xmlns:a16="http://schemas.microsoft.com/office/drawing/2014/main" id="{74FB081C-38E0-EA88-31BE-62E10732F1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2455" y="1423133"/>
            <a:ext cx="1718896" cy="1718896"/>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0743032C-85CE-03F6-1862-C7E1F3C860BB}"/>
              </a:ext>
            </a:extLst>
          </p:cNvPr>
          <p:cNvSpPr txBox="1"/>
          <p:nvPr/>
        </p:nvSpPr>
        <p:spPr>
          <a:xfrm>
            <a:off x="3980501" y="331149"/>
            <a:ext cx="6099906" cy="369332"/>
          </a:xfrm>
          <a:prstGeom prst="rect">
            <a:avLst/>
          </a:prstGeom>
          <a:noFill/>
        </p:spPr>
        <p:txBody>
          <a:bodyPr wrap="square">
            <a:spAutoFit/>
          </a:bodyPr>
          <a:lstStyle/>
          <a:p>
            <a:pPr algn="ctr"/>
            <a:r>
              <a:rPr lang="it-IT" sz="1800" b="1" i="0" dirty="0">
                <a:solidFill>
                  <a:srgbClr val="E02B20"/>
                </a:solidFill>
                <a:effectLst/>
                <a:latin typeface="Open Sans" panose="020B0606030504020204" pitchFamily="34" charset="0"/>
              </a:rPr>
              <a:t>Community</a:t>
            </a:r>
            <a:endParaRPr lang="it-IT" sz="1800" dirty="0"/>
          </a:p>
        </p:txBody>
      </p:sp>
      <p:pic>
        <p:nvPicPr>
          <p:cNvPr id="1028" name="Picture 4" descr="DotNet Abruzzo">
            <a:extLst>
              <a:ext uri="{FF2B5EF4-FFF2-40B4-BE49-F238E27FC236}">
                <a16:creationId xmlns:a16="http://schemas.microsoft.com/office/drawing/2014/main" id="{B555602F-166D-B308-F5D7-A4E1F548CD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8521" y="3911648"/>
            <a:ext cx="1926764" cy="192676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otNet Toscana">
            <a:extLst>
              <a:ext uri="{FF2B5EF4-FFF2-40B4-BE49-F238E27FC236}">
                <a16:creationId xmlns:a16="http://schemas.microsoft.com/office/drawing/2014/main" id="{9B1AA3F3-C271-EE6D-A72E-2B434689AF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8133" y="1249755"/>
            <a:ext cx="1892274" cy="1892274"/>
          </a:xfrm>
          <a:prstGeom prst="rect">
            <a:avLst/>
          </a:prstGeom>
          <a:noFill/>
          <a:extLst>
            <a:ext uri="{909E8E84-426E-40DD-AFC4-6F175D3DCCD1}">
              <a14:hiddenFill xmlns:a14="http://schemas.microsoft.com/office/drawing/2010/main">
                <a:solidFill>
                  <a:srgbClr val="FFFFFF"/>
                </a:solidFill>
              </a14:hiddenFill>
            </a:ext>
          </a:extLst>
        </p:spPr>
      </p:pic>
      <p:pic>
        <p:nvPicPr>
          <p:cNvPr id="7" name="Immagine 6">
            <a:extLst>
              <a:ext uri="{FF2B5EF4-FFF2-40B4-BE49-F238E27FC236}">
                <a16:creationId xmlns:a16="http://schemas.microsoft.com/office/drawing/2014/main" id="{92C24794-BD4E-4B7F-5783-9989C48E4045}"/>
              </a:ext>
            </a:extLst>
          </p:cNvPr>
          <p:cNvPicPr>
            <a:picLocks noChangeAspect="1"/>
          </p:cNvPicPr>
          <p:nvPr/>
        </p:nvPicPr>
        <p:blipFill>
          <a:blip r:embed="rId5"/>
          <a:stretch>
            <a:fillRect/>
          </a:stretch>
        </p:blipFill>
        <p:spPr>
          <a:xfrm>
            <a:off x="7564634" y="4315193"/>
            <a:ext cx="3139272" cy="1119674"/>
          </a:xfrm>
          <a:prstGeom prst="rect">
            <a:avLst/>
          </a:prstGeom>
        </p:spPr>
      </p:pic>
    </p:spTree>
    <p:extLst>
      <p:ext uri="{BB962C8B-B14F-4D97-AF65-F5344CB8AC3E}">
        <p14:creationId xmlns:p14="http://schemas.microsoft.com/office/powerpoint/2010/main" val="277255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mo Section Title"/>
          <p:cNvSpPr>
            <a:spLocks noGrp="1"/>
          </p:cNvSpPr>
          <p:nvPr>
            <p:ph type="title"/>
          </p:nvPr>
        </p:nvSpPr>
        <p:spPr/>
        <p:txBody>
          <a:bodyPr>
            <a:normAutofit fontScale="90000"/>
          </a:bodyPr>
          <a:lstStyle/>
          <a:p>
            <a:r>
              <a:t>Demo: Caro Babbo Claude, quest'anno per Natale vorrei... un mese senza bug!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Questions Section Title"/>
          <p:cNvSpPr>
            <a:spLocks noGrp="1"/>
          </p:cNvSpPr>
          <p:nvPr>
            <p:ph type="title"/>
          </p:nvPr>
        </p:nvSpPr>
        <p:spPr/>
        <p:txBody>
          <a:bodyPr/>
          <a:lstStyle/>
          <a:p>
            <a:r>
              <a:t>Questions &amp; Discussion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oting Call to Action"/>
          <p:cNvSpPr>
            <a:spLocks noGrp="1"/>
          </p:cNvSpPr>
          <p:nvPr>
            <p:ph type="title"/>
          </p:nvPr>
        </p:nvSpPr>
        <p:spPr/>
        <p:txBody>
          <a:bodyPr/>
          <a:lstStyle/>
          <a:p>
            <a:r>
              <a:t>Please Vote for This Session</a:t>
            </a:r>
          </a:p>
        </p:txBody>
      </p:sp>
      <p:pic>
        <p:nvPicPr>
          <p:cNvPr id="3" name="QR Code for voting on Caro Babbo Claude, quest'anno per Natale vorrei... un mese senza bug!" descr="temp_voteQr.png"/>
          <p:cNvPicPr>
            <a:picLocks noGrp="1" noChangeAspect="1"/>
          </p:cNvPicPr>
          <p:nvPr>
            <p:ph type="pic" idx="1"/>
          </p:nvPr>
        </p:nvPicPr>
        <p:blipFill>
          <a:blip r:embed="rId3"/>
          <a:srcRect l="8840" r="8840"/>
          <a:stretch>
            <a:fillRect/>
          </a:stretch>
        </p:blipFill>
        <p:spPr/>
      </p:pic>
      <p:sp>
        <p:nvSpPr>
          <p:cNvPr id="4" name="Alternative Voting URL"/>
          <p:cNvSpPr>
            <a:spLocks noGrp="1"/>
          </p:cNvSpPr>
          <p:nvPr>
            <p:ph type="body" sz="half" idx="2"/>
          </p:nvPr>
        </p:nvSpPr>
        <p:spPr/>
        <p:txBody>
          <a:bodyPr/>
          <a:lstStyle/>
          <a:p>
            <a:r>
              <a:t>Vote online at:</a:t>
            </a:r>
          </a:p>
          <a:p>
            <a:r>
              <a:t>https://vote.dotnetdev.it/vote/xqt335vh/1067165</a:t>
            </a:r>
          </a:p>
        </p:txBody>
      </p:sp>
      <p:sp>
        <p:nvSpPr>
          <p:cNvPr id="5" name="Hidden Accessibility Title"/>
          <p:cNvSpPr txBox="1"/>
          <p:nvPr/>
        </p:nvSpPr>
        <p:spPr>
          <a:xfrm>
            <a:off x="-9144000" y="-914400"/>
            <a:ext cx="7315200" cy="457200"/>
          </a:xfrm>
          <a:prstGeom prst="rect">
            <a:avLst/>
          </a:prstGeom>
          <a:noFill/>
        </p:spPr>
        <p:txBody>
          <a:bodyPr wrap="none">
            <a:spAutoFit/>
          </a:bodyPr>
          <a:lstStyle/>
          <a:p>
            <a:pPr>
              <a:defRPr sz="1200">
                <a:solidFill>
                  <a:srgbClr val="000000"/>
                </a:solidFill>
              </a:defRPr>
            </a:pPr>
            <a:r>
              <a:t>Vote for Session - Caro Babbo Claude, quest'anno per Natale vorrei... un mese senza bug!</a:t>
            </a:r>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10</TotalTime>
  <Words>313</Words>
  <Application>Microsoft Office PowerPoint</Application>
  <PresentationFormat>Widescreen</PresentationFormat>
  <Paragraphs>16</Paragraphs>
  <Slides>7</Slides>
  <Notes>6</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7</vt:i4>
      </vt:variant>
    </vt:vector>
  </HeadingPairs>
  <TitlesOfParts>
    <vt:vector size="13" baseType="lpstr">
      <vt:lpstr>Arial</vt:lpstr>
      <vt:lpstr>Bebas Neue</vt:lpstr>
      <vt:lpstr>Calibri</vt:lpstr>
      <vt:lpstr>Open Sans</vt:lpstr>
      <vt:lpstr>Raleway</vt:lpstr>
      <vt:lpstr>Tema di Office</vt:lpstr>
      <vt:lpstr>Presentazione standard di PowerPoint</vt:lpstr>
      <vt:lpstr>Presentazione standard di PowerPoint</vt:lpstr>
      <vt:lpstr>Presentazione standard di PowerPoint</vt:lpstr>
      <vt:lpstr>Presentazione standard di PowerPoint</vt:lpstr>
      <vt:lpstr>Demo: Caro Babbo Claude, quest'anno per Natale vorrei... un mese senza bug!</vt:lpstr>
      <vt:lpstr>Questions &amp; Discussion</vt:lpstr>
      <vt:lpstr>Please Vote for This Session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for Caro Babbo Claude, quest'anno per Natale vorrei... un mese senza bug!</dc:title>
  <dc:subject>Conference session: Caro Babbo Claude, quest'anno per Natale vorrei... un mese senza bug!</dc:subject>
  <dc:creator>Carmine Alfano</dc:creator>
  <cp:lastModifiedBy>Ivan Persiani</cp:lastModifiedBy>
  <cp:revision>57</cp:revision>
  <dcterms:created xsi:type="dcterms:W3CDTF">2018-11-12T16:34:34Z</dcterms:created>
  <dcterms:modified xsi:type="dcterms:W3CDTF">2025-12-01T21:10:11Z</dcterms:modified>
</cp:coreProperties>
</file>