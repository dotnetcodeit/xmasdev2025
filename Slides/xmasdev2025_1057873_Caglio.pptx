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84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'Il piccolo aiutante di Babbo Natale: Function Calling e Model Context Protocol in azione'. The session is presented by: Andrea Caglio, Stefano Maffeis.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'Il piccolo aiutante di Babbo Natale: Function Calling e Model Context Protocol in azione'. Presented by: Andrea Caglio, Stefano Maffeis.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'Il piccolo aiutante di Babbo Natale: Function Calling e Model Context Protocol in azione'.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'Il piccolo aiutante di Babbo Natale: Function Calling e Model Context Protocol in azione'.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'Il piccolo aiutante di Babbo Natale: Function Calling e Model Context Protocol in azione'. Ask audience to scan the QR code or visit https://vote.dotnetdev.it/vote/xqt335vh/1057873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Il piccolo aiutante di Babbo Natale: Function Calling e Model Context Protocol in azione</a:t>
            </a:r>
          </a:p>
        </p:txBody>
      </p:sp>
      <p:pic>
        <p:nvPicPr>
          <p:cNvPr id="3" name="Banner for Il piccolo aiutante di Babbo Natale: Function Calling e Model Context Protocol in azione by Andrea Caglio, Stefano Maffeis" descr="105787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34E16C75-FA67-F9A9-DDBE-13DE92E749EC}"/>
              </a:ext>
            </a:extLst>
          </p:cNvPr>
          <p:cNvSpPr/>
          <p:nvPr/>
        </p:nvSpPr>
        <p:spPr>
          <a:xfrm>
            <a:off x="11053011" y="6063916"/>
            <a:ext cx="818147" cy="794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Il piccolo aiutante di Babbo Natale: Function Calling e Model Context Protocol in azione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Il piccolo aiutante di Babbo Natale: Function Calling e Model Context Protocol in azione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Il piccolo aiutante di Babbo Natale: Function Calling e Model Context Protocol in azion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https://vote.dotnetdev.it/vote/xqt335vh/1057873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Il piccolo aiutante di Babbo Natale: Function Calling e Model Context Protocol in azione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327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Il piccolo aiutante di Babbo Natale: Function Calling e Model Context Protocol in azione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Il piccolo aiutante di Babbo Natale: Function Calling e Model Context Protocol in azione</dc:title>
  <dc:subject>Conference session: Il piccolo aiutante di Babbo Natale: Function Calling e Model Context Protocol in azione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2025-12-01T21:09:51Z</dcterms:modified>
</cp:coreProperties>
</file>