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84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23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'Monitorare Uno Rosso con Azure IoT'. The session is presented by: Marco Parenzan.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'Monitorare Uno Rosso con Azure IoT'. Presented by: Marco Parenzan.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'Monitorare Uno Rosso con Azure IoT'.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'Monitorare Uno Rosso con Azure IoT'.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'Monitorare Uno Rosso con Azure IoT'. Ask audience to scan the QR code or visit https://vote.dotnetdev.it/vote/xqt335vh/1072517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Monitorare Uno Rosso con Azure IoT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22BACBE1-C817-52B8-6EA7-254F411D42F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Monitorare Uno Rosso con Azure IoT by Marco Parenzan" descr="1072517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876328D3-BDDA-4F8C-EF00-1433259C8429}"/>
                </a:ext>
              </a:extLst>
            </p:cNvPr>
            <p:cNvSpPr/>
            <p:nvPr/>
          </p:nvSpPr>
          <p:spPr>
            <a:xfrm>
              <a:off x="11004884" y="5999747"/>
              <a:ext cx="930442" cy="8582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Monitorare Uno Rosso con Azure IoT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Monitorare Uno Rosso con Azure IoT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Monitorare Uno Rosso con Azure IoT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https://vote.dotnetdev.it/vote/xqt335vh/1072517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Monitorare Uno Rosso con Azure IoT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240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Monitorare Uno Rosso con Azure IoT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Monitorare Uno Rosso con Azure IoT</dc:title>
  <dc:subject>Conference session: Monitorare Uno Rosso con Azure IoT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2025-12-01T21:11:46Z</dcterms:modified>
</cp:coreProperties>
</file>