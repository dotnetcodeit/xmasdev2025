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3" r:id="rId5"/>
    <p:sldId id="260" r:id="rId6"/>
    <p:sldId id="261" r:id="rId7"/>
    <p:sldId id="262" r:id="rId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2" autoAdjust="0"/>
    <p:restoredTop sz="94684"/>
  </p:normalViewPr>
  <p:slideViewPr>
    <p:cSldViewPr snapToGrid="0" snapToObjects="1">
      <p:cViewPr varScale="1">
        <p:scale>
          <a:sx n="60" d="100"/>
          <a:sy n="60" d="100"/>
        </p:scale>
        <p:origin x="120" y="15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51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opening banner slide for 'How to use AI to talk with Santa Claus using Vector Search for Better Performance and Cost Reduction'. The session is presented by: Mihail Mateev. This slide sets the visual theme for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title slide displaying 'How to use AI to talk with Santa Claus using Vector Search for Better Performance and Cost Reduction'. Presented by: Mihail Mateev. Use this slide to introduce the session topic.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section for 'How to use AI to talk with Santa Claus using Vector Search for Better Performance and Cost Reduction'. This slide is for live demonstrations. Ensure all demo materials are prepared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slide for 'How to use AI to talk with Santa Claus using Vector Search for Better Performance and Cost Reduction'.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Voting slide for 'How to use AI to talk with Santa Claus using Vector Search for Better Performance and Cost Reduction'. Ask audience to scan the QR code or visit https://vote.dotnetdev.it/vote/xqt335vh/1033660 to vote. Emphasize the importance of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ome">
    <p:spTree>
      <p:nvGrpSpPr>
        <p:cNvPr id="1" name=""/>
        <p:cNvGrpSpPr/>
        <p:nvPr/>
      </p:nvGrpSpPr>
      <p:grpSpPr>
        <a:xfrm>
          <a:off x="0" y="0"/>
          <a:ext cx="0" cy="0"/>
          <a:chOff x="0" y="0"/>
          <a:chExt cx="0" cy="0"/>
        </a:xfrm>
      </p:grpSpPr>
      <p:pic>
        <p:nvPicPr>
          <p:cNvPr id="7" name="Immagine 6" descr="Immagine che contiene testo">
            <a:extLst>
              <a:ext uri="{FF2B5EF4-FFF2-40B4-BE49-F238E27FC236}">
                <a16:creationId xmlns:a16="http://schemas.microsoft.com/office/drawing/2014/main" id="{8EA15267-CF58-D6E3-2729-57336C8AF2DA}"/>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5" name="Segnaposto piè di pagina 4">
            <a:extLst>
              <a:ext uri="{FF2B5EF4-FFF2-40B4-BE49-F238E27FC236}">
                <a16:creationId xmlns:a16="http://schemas.microsoft.com/office/drawing/2014/main" id="{E8A539AF-D29A-CB4B-A262-5335E4BF1665}"/>
              </a:ext>
            </a:extLst>
          </p:cNvPr>
          <p:cNvSpPr>
            <a:spLocks noGrp="1"/>
          </p:cNvSpPr>
          <p:nvPr>
            <p:ph type="ftr" sz="quarter" idx="11"/>
          </p:nvPr>
        </p:nvSpPr>
        <p:spPr>
          <a:xfrm>
            <a:off x="1028700" y="6356350"/>
            <a:ext cx="7124700"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3BAB0333-ECE9-134A-8863-FF8C8626427B}"/>
              </a:ext>
            </a:extLst>
          </p:cNvPr>
          <p:cNvSpPr>
            <a:spLocks noGrp="1"/>
          </p:cNvSpPr>
          <p:nvPr>
            <p:ph type="sldNum" sz="quarter" idx="12"/>
          </p:nvPr>
        </p:nvSpPr>
        <p:spPr/>
        <p:txBody>
          <a:bodyPr/>
          <a:lstStyle/>
          <a:p>
            <a:fld id="{727297A4-9A49-8F45-8BB8-FCFEA36B5158}" type="slidenum">
              <a:rPr lang="it-IT" smtClean="0"/>
              <a:t>‹N›</a:t>
            </a:fld>
            <a:endParaRPr lang="it-IT" dirty="0"/>
          </a:p>
        </p:txBody>
      </p:sp>
      <p:sp>
        <p:nvSpPr>
          <p:cNvPr id="12" name="CasellaDiTesto 11">
            <a:extLst>
              <a:ext uri="{FF2B5EF4-FFF2-40B4-BE49-F238E27FC236}">
                <a16:creationId xmlns:a16="http://schemas.microsoft.com/office/drawing/2014/main" id="{58E7DEE1-CD19-31BB-6F8D-B516C527C5F6}"/>
              </a:ext>
            </a:extLst>
          </p:cNvPr>
          <p:cNvSpPr txBox="1"/>
          <p:nvPr userDrawn="1"/>
        </p:nvSpPr>
        <p:spPr>
          <a:xfrm>
            <a:off x="0" y="5302845"/>
            <a:ext cx="12192000" cy="923330"/>
          </a:xfrm>
          <a:prstGeom prst="rect">
            <a:avLst/>
          </a:prstGeom>
          <a:noFill/>
        </p:spPr>
        <p:txBody>
          <a:bodyPr wrap="square">
            <a:spAutoFit/>
          </a:bodyPr>
          <a:lstStyle/>
          <a:p>
            <a:pPr algn="ctr"/>
            <a:r>
              <a:rPr lang="it-IT" sz="5400" b="1" dirty="0">
                <a:solidFill>
                  <a:srgbClr val="C00000"/>
                </a:solidFill>
                <a:latin typeface="Bebas Neue" panose="020B0606020202050201" pitchFamily="34" charset="0"/>
              </a:rPr>
              <a:t>XMAS DEV 2025 </a:t>
            </a:r>
            <a:endParaRPr lang="en-GB" sz="5400" b="1" dirty="0">
              <a:solidFill>
                <a:srgbClr val="C00000"/>
              </a:solidFill>
              <a:latin typeface="Bebas Neue" panose="020B0606020202050201" pitchFamily="34" charset="0"/>
            </a:endParaRPr>
          </a:p>
        </p:txBody>
      </p:sp>
    </p:spTree>
    <p:extLst>
      <p:ext uri="{BB962C8B-B14F-4D97-AF65-F5344CB8AC3E}">
        <p14:creationId xmlns:p14="http://schemas.microsoft.com/office/powerpoint/2010/main" val="1327942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ponsors">
    <p:spTree>
      <p:nvGrpSpPr>
        <p:cNvPr id="1" name=""/>
        <p:cNvGrpSpPr/>
        <p:nvPr/>
      </p:nvGrpSpPr>
      <p:grpSpPr>
        <a:xfrm>
          <a:off x="0" y="0"/>
          <a:ext cx="0" cy="0"/>
          <a:chOff x="0" y="0"/>
          <a:chExt cx="0" cy="0"/>
        </a:xfrm>
      </p:grpSpPr>
      <p:pic>
        <p:nvPicPr>
          <p:cNvPr id="1034" name="Picture 10" descr="Unikey">
            <a:extLst>
              <a:ext uri="{FF2B5EF4-FFF2-40B4-BE49-F238E27FC236}">
                <a16:creationId xmlns:a16="http://schemas.microsoft.com/office/drawing/2014/main" id="{7B151699-46F2-42E6-A8AB-5B227444180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50044" y="4606929"/>
            <a:ext cx="1344738" cy="13447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icrosoft">
            <a:extLst>
              <a:ext uri="{FF2B5EF4-FFF2-40B4-BE49-F238E27FC236}">
                <a16:creationId xmlns:a16="http://schemas.microsoft.com/office/drawing/2014/main" id="{0D1C8260-E5A3-4D40-9C43-E053A41C24F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93555" y="767352"/>
            <a:ext cx="4401929" cy="2200965"/>
          </a:xfrm>
          <a:prstGeom prst="rect">
            <a:avLst/>
          </a:prstGeom>
          <a:noFill/>
          <a:extLst>
            <a:ext uri="{909E8E84-426E-40DD-AFC4-6F175D3DCCD1}">
              <a14:hiddenFill xmlns:a14="http://schemas.microsoft.com/office/drawing/2010/main">
                <a:solidFill>
                  <a:srgbClr val="FFFFFF"/>
                </a:solidFill>
              </a14:hiddenFill>
            </a:ext>
          </a:extLst>
        </p:spPr>
      </p:pic>
      <p:sp>
        <p:nvSpPr>
          <p:cNvPr id="5" name="Segnaposto piè di pagina 4">
            <a:extLst>
              <a:ext uri="{FF2B5EF4-FFF2-40B4-BE49-F238E27FC236}">
                <a16:creationId xmlns:a16="http://schemas.microsoft.com/office/drawing/2014/main" id="{E8A539AF-D29A-CB4B-A262-5335E4BF1665}"/>
              </a:ext>
            </a:extLst>
          </p:cNvPr>
          <p:cNvSpPr>
            <a:spLocks noGrp="1"/>
          </p:cNvSpPr>
          <p:nvPr>
            <p:ph type="ftr" sz="quarter" idx="11"/>
          </p:nvPr>
        </p:nvSpPr>
        <p:spPr>
          <a:xfrm>
            <a:off x="1028700" y="6356350"/>
            <a:ext cx="7124700"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3BAB0333-ECE9-134A-8863-FF8C8626427B}"/>
              </a:ext>
            </a:extLst>
          </p:cNvPr>
          <p:cNvSpPr>
            <a:spLocks noGrp="1"/>
          </p:cNvSpPr>
          <p:nvPr>
            <p:ph type="sldNum" sz="quarter" idx="12"/>
          </p:nvPr>
        </p:nvSpPr>
        <p:spPr/>
        <p:txBody>
          <a:bodyPr/>
          <a:lstStyle/>
          <a:p>
            <a:fld id="{727297A4-9A49-8F45-8BB8-FCFEA36B5158}" type="slidenum">
              <a:rPr lang="it-IT" smtClean="0"/>
              <a:t>‹N›</a:t>
            </a:fld>
            <a:endParaRPr lang="it-IT"/>
          </a:p>
        </p:txBody>
      </p:sp>
      <p:sp>
        <p:nvSpPr>
          <p:cNvPr id="10" name="CasellaDiTesto 9">
            <a:extLst>
              <a:ext uri="{FF2B5EF4-FFF2-40B4-BE49-F238E27FC236}">
                <a16:creationId xmlns:a16="http://schemas.microsoft.com/office/drawing/2014/main" id="{DB7B9443-D6D8-4569-BFF9-86DCE6B54072}"/>
              </a:ext>
            </a:extLst>
          </p:cNvPr>
          <p:cNvSpPr txBox="1"/>
          <p:nvPr userDrawn="1"/>
        </p:nvSpPr>
        <p:spPr>
          <a:xfrm>
            <a:off x="-1480" y="406515"/>
            <a:ext cx="12192000" cy="461665"/>
          </a:xfrm>
          <a:prstGeom prst="rect">
            <a:avLst/>
          </a:prstGeom>
          <a:noFill/>
        </p:spPr>
        <p:txBody>
          <a:bodyPr wrap="square">
            <a:spAutoFit/>
          </a:bodyPr>
          <a:lstStyle/>
          <a:p>
            <a:pPr algn="ctr"/>
            <a:r>
              <a:rPr lang="it-IT" sz="2400" b="1" i="0" dirty="0">
                <a:solidFill>
                  <a:srgbClr val="808080"/>
                </a:solidFill>
                <a:effectLst/>
                <a:latin typeface="Open Sans" panose="020B0606030504020204" pitchFamily="34" charset="0"/>
              </a:rPr>
              <a:t>Platinum</a:t>
            </a:r>
            <a:r>
              <a:rPr lang="it-IT" sz="2400" b="1" i="0" dirty="0">
                <a:solidFill>
                  <a:srgbClr val="E02B20"/>
                </a:solidFill>
                <a:effectLst/>
                <a:latin typeface="Open Sans" panose="020B0606030504020204" pitchFamily="34" charset="0"/>
              </a:rPr>
              <a:t> Sponsor</a:t>
            </a:r>
            <a:endParaRPr lang="it-IT" sz="2400" dirty="0"/>
          </a:p>
        </p:txBody>
      </p:sp>
      <p:sp>
        <p:nvSpPr>
          <p:cNvPr id="13" name="CasellaDiTesto 12">
            <a:extLst>
              <a:ext uri="{FF2B5EF4-FFF2-40B4-BE49-F238E27FC236}">
                <a16:creationId xmlns:a16="http://schemas.microsoft.com/office/drawing/2014/main" id="{5391975D-3A9F-4269-A8E4-FE8243E91A61}"/>
              </a:ext>
            </a:extLst>
          </p:cNvPr>
          <p:cNvSpPr txBox="1"/>
          <p:nvPr userDrawn="1"/>
        </p:nvSpPr>
        <p:spPr>
          <a:xfrm>
            <a:off x="1018297" y="3082346"/>
            <a:ext cx="5927719" cy="461665"/>
          </a:xfrm>
          <a:prstGeom prst="rect">
            <a:avLst/>
          </a:prstGeom>
          <a:noFill/>
        </p:spPr>
        <p:txBody>
          <a:bodyPr wrap="square">
            <a:spAutoFit/>
          </a:bodyPr>
          <a:lstStyle/>
          <a:p>
            <a:pPr algn="ctr"/>
            <a:r>
              <a:rPr lang="it-IT" sz="2400" b="1" i="0" dirty="0">
                <a:solidFill>
                  <a:srgbClr val="808080"/>
                </a:solidFill>
                <a:effectLst/>
                <a:latin typeface="Open Sans" panose="020B0606030504020204" pitchFamily="34" charset="0"/>
              </a:rPr>
              <a:t>Gold</a:t>
            </a:r>
            <a:r>
              <a:rPr lang="it-IT" sz="2400" b="1" i="0" dirty="0">
                <a:solidFill>
                  <a:srgbClr val="E02B20"/>
                </a:solidFill>
                <a:effectLst/>
                <a:latin typeface="Open Sans" panose="020B0606030504020204" pitchFamily="34" charset="0"/>
              </a:rPr>
              <a:t> Sponsor</a:t>
            </a:r>
            <a:endParaRPr lang="it-IT" sz="2400" dirty="0"/>
          </a:p>
        </p:txBody>
      </p:sp>
      <p:sp>
        <p:nvSpPr>
          <p:cNvPr id="16" name="CasellaDiTesto 15">
            <a:extLst>
              <a:ext uri="{FF2B5EF4-FFF2-40B4-BE49-F238E27FC236}">
                <a16:creationId xmlns:a16="http://schemas.microsoft.com/office/drawing/2014/main" id="{EE1D9CB3-A60F-487A-B15C-67FC667BE159}"/>
              </a:ext>
            </a:extLst>
          </p:cNvPr>
          <p:cNvSpPr txBox="1"/>
          <p:nvPr userDrawn="1"/>
        </p:nvSpPr>
        <p:spPr>
          <a:xfrm>
            <a:off x="7924099" y="3082635"/>
            <a:ext cx="3930402" cy="461665"/>
          </a:xfrm>
          <a:prstGeom prst="rect">
            <a:avLst/>
          </a:prstGeom>
          <a:noFill/>
        </p:spPr>
        <p:txBody>
          <a:bodyPr wrap="square">
            <a:spAutoFit/>
          </a:bodyPr>
          <a:lstStyle/>
          <a:p>
            <a:pPr algn="ctr"/>
            <a:r>
              <a:rPr lang="it-IT" sz="2400" b="1" i="0" dirty="0">
                <a:solidFill>
                  <a:srgbClr val="808080"/>
                </a:solidFill>
                <a:effectLst/>
                <a:latin typeface="Open Sans" panose="020B0606030504020204" pitchFamily="34" charset="0"/>
              </a:rPr>
              <a:t>Technical</a:t>
            </a:r>
            <a:r>
              <a:rPr lang="it-IT" sz="2400" b="1" i="0" dirty="0">
                <a:solidFill>
                  <a:srgbClr val="E02B20"/>
                </a:solidFill>
                <a:effectLst/>
                <a:latin typeface="Open Sans" panose="020B0606030504020204" pitchFamily="34" charset="0"/>
              </a:rPr>
              <a:t> Sponsor</a:t>
            </a:r>
            <a:endParaRPr lang="it-IT" sz="2400" dirty="0"/>
          </a:p>
        </p:txBody>
      </p:sp>
      <p:pic>
        <p:nvPicPr>
          <p:cNvPr id="7" name="Immagine 6">
            <a:extLst>
              <a:ext uri="{FF2B5EF4-FFF2-40B4-BE49-F238E27FC236}">
                <a16:creationId xmlns:a16="http://schemas.microsoft.com/office/drawing/2014/main" id="{E802044E-478E-2E1D-ACF2-C3D294EE5BB1}"/>
              </a:ext>
            </a:extLst>
          </p:cNvPr>
          <p:cNvPicPr>
            <a:picLocks noChangeAspect="1"/>
          </p:cNvPicPr>
          <p:nvPr userDrawn="1"/>
        </p:nvPicPr>
        <p:blipFill>
          <a:blip r:embed="rId4"/>
          <a:stretch>
            <a:fillRect/>
          </a:stretch>
        </p:blipFill>
        <p:spPr>
          <a:xfrm>
            <a:off x="949207" y="3563330"/>
            <a:ext cx="2689471" cy="1344736"/>
          </a:xfrm>
          <a:prstGeom prst="rect">
            <a:avLst/>
          </a:prstGeom>
        </p:spPr>
      </p:pic>
      <p:pic>
        <p:nvPicPr>
          <p:cNvPr id="9" name="Immagine 8">
            <a:extLst>
              <a:ext uri="{FF2B5EF4-FFF2-40B4-BE49-F238E27FC236}">
                <a16:creationId xmlns:a16="http://schemas.microsoft.com/office/drawing/2014/main" id="{D75DC4AC-03AC-F48C-96C4-AEBCD7E97D18}"/>
              </a:ext>
            </a:extLst>
          </p:cNvPr>
          <p:cNvPicPr>
            <a:picLocks noChangeAspect="1"/>
          </p:cNvPicPr>
          <p:nvPr userDrawn="1"/>
        </p:nvPicPr>
        <p:blipFill>
          <a:blip r:embed="rId5"/>
          <a:srcRect/>
          <a:stretch/>
        </p:blipFill>
        <p:spPr>
          <a:xfrm>
            <a:off x="4196875" y="3544011"/>
            <a:ext cx="2618961" cy="1344736"/>
          </a:xfrm>
          <a:prstGeom prst="rect">
            <a:avLst/>
          </a:prstGeom>
        </p:spPr>
      </p:pic>
      <p:pic>
        <p:nvPicPr>
          <p:cNvPr id="1032" name="Picture 8" descr="JetBrains">
            <a:extLst>
              <a:ext uri="{FF2B5EF4-FFF2-40B4-BE49-F238E27FC236}">
                <a16:creationId xmlns:a16="http://schemas.microsoft.com/office/drawing/2014/main" id="{BEB1668B-28C7-4089-8EA4-58DFAF163CF8}"/>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332024" y="4747678"/>
            <a:ext cx="1344737" cy="134473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0">
            <a:extLst>
              <a:ext uri="{FF2B5EF4-FFF2-40B4-BE49-F238E27FC236}">
                <a16:creationId xmlns:a16="http://schemas.microsoft.com/office/drawing/2014/main" id="{304CAED0-DD49-884F-24F0-EC06C6FF8AEA}"/>
              </a:ext>
            </a:extLst>
          </p:cNvPr>
          <p:cNvPicPr>
            <a:picLocks noChangeAspect="1" noChangeArrowheads="1"/>
          </p:cNvPicPr>
          <p:nvPr userDrawn="1"/>
        </p:nvPicPr>
        <p:blipFill>
          <a:blip r:embed="rId7"/>
          <a:srcRect/>
          <a:stretch/>
        </p:blipFill>
        <p:spPr bwMode="auto">
          <a:xfrm>
            <a:off x="9889300" y="3285549"/>
            <a:ext cx="2066226" cy="20662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0">
            <a:extLst>
              <a:ext uri="{FF2B5EF4-FFF2-40B4-BE49-F238E27FC236}">
                <a16:creationId xmlns:a16="http://schemas.microsoft.com/office/drawing/2014/main" id="{2519B83E-A302-0E05-B1A9-795866AC5B66}"/>
              </a:ext>
            </a:extLst>
          </p:cNvPr>
          <p:cNvPicPr>
            <a:picLocks noChangeAspect="1" noChangeArrowheads="1"/>
          </p:cNvPicPr>
          <p:nvPr userDrawn="1"/>
        </p:nvPicPr>
        <p:blipFill>
          <a:blip r:embed="rId8"/>
          <a:srcRect/>
          <a:stretch/>
        </p:blipFill>
        <p:spPr bwMode="auto">
          <a:xfrm>
            <a:off x="8001675" y="3427985"/>
            <a:ext cx="1781355" cy="178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2361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Diapositiva titolo">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hasCustomPrompt="1"/>
          </p:nvPr>
        </p:nvSpPr>
        <p:spPr>
          <a:xfrm>
            <a:off x="0" y="5292725"/>
            <a:ext cx="12192000" cy="1418626"/>
          </a:xfrm>
        </p:spPr>
        <p:txBody>
          <a:bodyPr/>
          <a:lstStyle>
            <a:lvl1pPr>
              <a:defRPr/>
            </a:lvl1pPr>
          </a:lstStyle>
          <a:p>
            <a:r>
              <a:rPr lang="it-IT" dirty="0"/>
              <a:t>Session Title</a:t>
            </a:r>
          </a:p>
        </p:txBody>
      </p:sp>
      <p:sp>
        <p:nvSpPr>
          <p:cNvPr id="21" name="Segnaposto contenuto 2">
            <a:extLst>
              <a:ext uri="{FF2B5EF4-FFF2-40B4-BE49-F238E27FC236}">
                <a16:creationId xmlns:a16="http://schemas.microsoft.com/office/drawing/2014/main" id="{A2418920-6165-400E-9618-02294986FB5C}"/>
              </a:ext>
            </a:extLst>
          </p:cNvPr>
          <p:cNvSpPr>
            <a:spLocks noGrp="1"/>
          </p:cNvSpPr>
          <p:nvPr>
            <p:ph idx="1" hasCustomPrompt="1"/>
          </p:nvPr>
        </p:nvSpPr>
        <p:spPr>
          <a:xfrm>
            <a:off x="0" y="5980545"/>
            <a:ext cx="12192000" cy="803275"/>
          </a:xfrm>
        </p:spPr>
        <p:txBody>
          <a:bodyPr/>
          <a:lstStyle>
            <a:lvl1pPr marL="0" indent="0">
              <a:buNone/>
              <a:defRPr/>
            </a:lvl1pPr>
            <a:lvl2pPr>
              <a:defRPr sz="2000">
                <a:solidFill>
                  <a:srgbClr val="C00000"/>
                </a:solidFill>
                <a:latin typeface="Raleway" panose="020B0503030101060003" pitchFamily="34" charset="77"/>
              </a:defRPr>
            </a:lvl2pPr>
            <a:lvl3pPr>
              <a:defRPr sz="1800">
                <a:solidFill>
                  <a:srgbClr val="C00000"/>
                </a:solidFill>
                <a:latin typeface="Raleway" panose="020B0503030101060003" pitchFamily="34" charset="77"/>
              </a:defRPr>
            </a:lvl3pPr>
            <a:lvl4pPr>
              <a:defRPr sz="1600">
                <a:solidFill>
                  <a:srgbClr val="C00000"/>
                </a:solidFill>
                <a:latin typeface="Raleway" panose="020B0503030101060003" pitchFamily="34" charset="77"/>
              </a:defRPr>
            </a:lvl4pPr>
            <a:lvl5pPr>
              <a:defRPr sz="1400">
                <a:solidFill>
                  <a:srgbClr val="C00000"/>
                </a:solidFill>
                <a:latin typeface="Raleway" panose="020B0503030101060003" pitchFamily="34" charset="77"/>
              </a:defRPr>
            </a:lvl5pPr>
          </a:lstStyle>
          <a:p>
            <a:r>
              <a:rPr lang="it-IT" dirty="0"/>
              <a:t>Session sub </a:t>
            </a:r>
            <a:r>
              <a:rPr lang="it-IT" dirty="0" err="1"/>
              <a:t>title</a:t>
            </a:r>
            <a:endParaRPr lang="it-IT" dirty="0"/>
          </a:p>
        </p:txBody>
      </p:sp>
    </p:spTree>
    <p:extLst>
      <p:ext uri="{BB962C8B-B14F-4D97-AF65-F5344CB8AC3E}">
        <p14:creationId xmlns:p14="http://schemas.microsoft.com/office/powerpoint/2010/main" val="324475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ssionTitle">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hasCustomPrompt="1"/>
          </p:nvPr>
        </p:nvSpPr>
        <p:spPr>
          <a:xfrm>
            <a:off x="0" y="4999470"/>
            <a:ext cx="12192000" cy="803275"/>
          </a:xfrm>
        </p:spPr>
        <p:txBody>
          <a:bodyPr/>
          <a:lstStyle>
            <a:lvl1pPr>
              <a:defRPr sz="2800"/>
            </a:lvl1pPr>
          </a:lstStyle>
          <a:p>
            <a:r>
              <a:rPr lang="it-IT" dirty="0"/>
              <a:t>Session Title</a:t>
            </a:r>
          </a:p>
        </p:txBody>
      </p:sp>
      <p:sp>
        <p:nvSpPr>
          <p:cNvPr id="21" name="Segnaposto contenuto 2">
            <a:extLst>
              <a:ext uri="{FF2B5EF4-FFF2-40B4-BE49-F238E27FC236}">
                <a16:creationId xmlns:a16="http://schemas.microsoft.com/office/drawing/2014/main" id="{A2418920-6165-400E-9618-02294986FB5C}"/>
              </a:ext>
            </a:extLst>
          </p:cNvPr>
          <p:cNvSpPr>
            <a:spLocks noGrp="1"/>
          </p:cNvSpPr>
          <p:nvPr>
            <p:ph idx="1" hasCustomPrompt="1"/>
          </p:nvPr>
        </p:nvSpPr>
        <p:spPr>
          <a:xfrm>
            <a:off x="0" y="5980545"/>
            <a:ext cx="12192000" cy="803275"/>
          </a:xfrm>
        </p:spPr>
        <p:txBody>
          <a:bodyPr/>
          <a:lstStyle>
            <a:lvl1pPr marL="0" indent="0">
              <a:buNone/>
              <a:defRPr sz="1800"/>
            </a:lvl1pPr>
            <a:lvl2pPr>
              <a:defRPr sz="2000">
                <a:solidFill>
                  <a:srgbClr val="C00000"/>
                </a:solidFill>
                <a:latin typeface="Raleway" panose="020B0503030101060003" pitchFamily="34" charset="77"/>
              </a:defRPr>
            </a:lvl2pPr>
            <a:lvl3pPr>
              <a:defRPr sz="1800">
                <a:solidFill>
                  <a:srgbClr val="C00000"/>
                </a:solidFill>
                <a:latin typeface="Raleway" panose="020B0503030101060003" pitchFamily="34" charset="77"/>
              </a:defRPr>
            </a:lvl3pPr>
            <a:lvl4pPr>
              <a:defRPr sz="1600">
                <a:solidFill>
                  <a:srgbClr val="C00000"/>
                </a:solidFill>
                <a:latin typeface="Raleway" panose="020B0503030101060003" pitchFamily="34" charset="77"/>
              </a:defRPr>
            </a:lvl4pPr>
            <a:lvl5pPr>
              <a:defRPr sz="1400">
                <a:solidFill>
                  <a:srgbClr val="C00000"/>
                </a:solidFill>
                <a:latin typeface="Raleway" panose="020B0503030101060003" pitchFamily="34" charset="77"/>
              </a:defRPr>
            </a:lvl5pPr>
          </a:lstStyle>
          <a:p>
            <a:r>
              <a:rPr lang="it-IT" dirty="0"/>
              <a:t>Session sub </a:t>
            </a:r>
            <a:r>
              <a:rPr lang="it-IT" dirty="0" err="1"/>
              <a:t>title</a:t>
            </a:r>
            <a:endParaRPr lang="it-IT" dirty="0"/>
          </a:p>
        </p:txBody>
      </p:sp>
    </p:spTree>
    <p:extLst>
      <p:ext uri="{BB962C8B-B14F-4D97-AF65-F5344CB8AC3E}">
        <p14:creationId xmlns:p14="http://schemas.microsoft.com/office/powerpoint/2010/main" val="59145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emo">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hasCustomPrompt="1"/>
          </p:nvPr>
        </p:nvSpPr>
        <p:spPr>
          <a:xfrm>
            <a:off x="0" y="4999470"/>
            <a:ext cx="12192000" cy="1858530"/>
          </a:xfrm>
        </p:spPr>
        <p:txBody>
          <a:bodyPr anchor="ctr">
            <a:normAutofit/>
          </a:bodyPr>
          <a:lstStyle>
            <a:lvl1pPr algn="ctr">
              <a:defRPr sz="7200" b="1"/>
            </a:lvl1pPr>
          </a:lstStyle>
          <a:p>
            <a:r>
              <a:rPr lang="it-IT" dirty="0"/>
              <a:t>DEMO</a:t>
            </a:r>
          </a:p>
        </p:txBody>
      </p:sp>
    </p:spTree>
    <p:extLst>
      <p:ext uri="{BB962C8B-B14F-4D97-AF65-F5344CB8AC3E}">
        <p14:creationId xmlns:p14="http://schemas.microsoft.com/office/powerpoint/2010/main" val="547956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Diapositiva titolo">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p:nvPr>
        </p:nvSpPr>
        <p:spPr>
          <a:xfrm>
            <a:off x="0" y="4999470"/>
            <a:ext cx="12192000" cy="1858530"/>
          </a:xfrm>
        </p:spPr>
        <p:txBody>
          <a:bodyPr anchor="ctr">
            <a:normAutofit/>
          </a:bodyPr>
          <a:lstStyle>
            <a:lvl1pPr algn="ctr">
              <a:defRPr sz="7200" b="1"/>
            </a:lvl1pPr>
          </a:lstStyle>
          <a:p>
            <a:endParaRPr lang="it-IT" dirty="0"/>
          </a:p>
        </p:txBody>
      </p:sp>
    </p:spTree>
    <p:extLst>
      <p:ext uri="{BB962C8B-B14F-4D97-AF65-F5344CB8AC3E}">
        <p14:creationId xmlns:p14="http://schemas.microsoft.com/office/powerpoint/2010/main" val="362565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3E6C1-AE1B-7547-ADBB-F33ABA0FBBEA}"/>
              </a:ext>
            </a:extLst>
          </p:cNvPr>
          <p:cNvSpPr>
            <a:spLocks noGrp="1"/>
          </p:cNvSpPr>
          <p:nvPr>
            <p:ph type="title"/>
          </p:nvPr>
        </p:nvSpPr>
        <p:spPr/>
        <p:txBody>
          <a:bodyPr/>
          <a:lstStyle/>
          <a:p>
            <a:r>
              <a:rPr lang="it-IT" dirty="0"/>
              <a:t>Fare clic per modificare lo stile del titolo dello schema</a:t>
            </a:r>
          </a:p>
        </p:txBody>
      </p:sp>
      <p:sp>
        <p:nvSpPr>
          <p:cNvPr id="3" name="Segnaposto contenuto 2">
            <a:extLst>
              <a:ext uri="{FF2B5EF4-FFF2-40B4-BE49-F238E27FC236}">
                <a16:creationId xmlns:a16="http://schemas.microsoft.com/office/drawing/2014/main" id="{A9A3638A-A027-834F-8315-532816415F50}"/>
              </a:ext>
            </a:extLst>
          </p:cNvPr>
          <p:cNvSpPr>
            <a:spLocks noGrp="1"/>
          </p:cNvSpPr>
          <p:nvPr>
            <p:ph idx="1"/>
          </p:nvPr>
        </p:nvSpPr>
        <p:spPr/>
        <p:txBody>
          <a:bodyPr/>
          <a:lstStyle>
            <a:lvl2pPr>
              <a:defRPr sz="2000">
                <a:solidFill>
                  <a:srgbClr val="C00000"/>
                </a:solidFill>
                <a:latin typeface="Raleway" panose="020B0503030101060003" pitchFamily="34" charset="77"/>
              </a:defRPr>
            </a:lvl2pPr>
            <a:lvl3pPr>
              <a:defRPr sz="1800">
                <a:solidFill>
                  <a:srgbClr val="C00000"/>
                </a:solidFill>
                <a:latin typeface="Raleway" panose="020B0503030101060003" pitchFamily="34" charset="77"/>
              </a:defRPr>
            </a:lvl3pPr>
            <a:lvl4pPr>
              <a:defRPr sz="1600">
                <a:solidFill>
                  <a:srgbClr val="C00000"/>
                </a:solidFill>
                <a:latin typeface="Raleway" panose="020B0503030101060003" pitchFamily="34" charset="77"/>
              </a:defRPr>
            </a:lvl4pPr>
            <a:lvl5pPr>
              <a:defRPr sz="1400">
                <a:solidFill>
                  <a:srgbClr val="C00000"/>
                </a:solidFill>
                <a:latin typeface="Raleway" panose="020B0503030101060003" pitchFamily="34" charset="77"/>
              </a:defRPr>
            </a:lvl5pPr>
          </a:lstStyle>
          <a:p>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piè di pagina 4">
            <a:extLst>
              <a:ext uri="{FF2B5EF4-FFF2-40B4-BE49-F238E27FC236}">
                <a16:creationId xmlns:a16="http://schemas.microsoft.com/office/drawing/2014/main" id="{3B6278D3-6E45-6142-9109-39E186DBB0AD}"/>
              </a:ext>
            </a:extLst>
          </p:cNvPr>
          <p:cNvSpPr>
            <a:spLocks noGrp="1"/>
          </p:cNvSpPr>
          <p:nvPr>
            <p:ph type="ftr" sz="quarter" idx="11"/>
          </p:nvPr>
        </p:nvSpPr>
        <p:spPr>
          <a:xfrm>
            <a:off x="2244436" y="6356350"/>
            <a:ext cx="5908964"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688DC965-7067-A44F-AACE-FF9FB06531FB}"/>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942311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40584C-6DEB-B046-9B45-DC7B3B73A024}"/>
              </a:ext>
            </a:extLst>
          </p:cNvPr>
          <p:cNvSpPr>
            <a:spLocks noGrp="1"/>
          </p:cNvSpPr>
          <p:nvPr>
            <p:ph type="title"/>
          </p:nvPr>
        </p:nvSpPr>
        <p:spPr>
          <a:xfrm>
            <a:off x="2244436" y="1709739"/>
            <a:ext cx="9103013" cy="2297485"/>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28501F3E-0DD9-494C-A04E-F72AA6FCFCC1}"/>
              </a:ext>
            </a:extLst>
          </p:cNvPr>
          <p:cNvSpPr>
            <a:spLocks noGrp="1"/>
          </p:cNvSpPr>
          <p:nvPr>
            <p:ph type="body" idx="1"/>
          </p:nvPr>
        </p:nvSpPr>
        <p:spPr>
          <a:xfrm>
            <a:off x="2244436" y="4365813"/>
            <a:ext cx="9103013" cy="1714704"/>
          </a:xfrm>
        </p:spPr>
        <p:txBody>
          <a:bodyPr>
            <a:noAutofit/>
          </a:bodyPr>
          <a:lstStyle>
            <a:lvl1pPr marL="0" indent="0">
              <a:buNone/>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AD86E1D4-6E8F-D748-8D0B-E42FFC90FAD7}"/>
              </a:ext>
            </a:extLst>
          </p:cNvPr>
          <p:cNvSpPr>
            <a:spLocks noGrp="1"/>
          </p:cNvSpPr>
          <p:nvPr>
            <p:ph type="ftr" sz="quarter" idx="11"/>
          </p:nvPr>
        </p:nvSpPr>
        <p:spPr>
          <a:xfrm>
            <a:off x="2244436" y="6356350"/>
            <a:ext cx="5908964"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7B5B36BB-0C2F-2946-9AD8-A8D51D00EA0C}"/>
              </a:ext>
            </a:extLst>
          </p:cNvPr>
          <p:cNvSpPr>
            <a:spLocks noGrp="1"/>
          </p:cNvSpPr>
          <p:nvPr>
            <p:ph type="sldNum" sz="quarter" idx="12"/>
          </p:nvPr>
        </p:nvSpPr>
        <p:spPr>
          <a:xfrm>
            <a:off x="9256507" y="6356350"/>
            <a:ext cx="2097291"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4004880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27AA29-F078-004B-8E28-7F92255EDAB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14524EF-65AE-1644-B953-91EE71ABD75C}"/>
              </a:ext>
            </a:extLst>
          </p:cNvPr>
          <p:cNvSpPr>
            <a:spLocks noGrp="1"/>
          </p:cNvSpPr>
          <p:nvPr>
            <p:ph sz="half" idx="1"/>
          </p:nvPr>
        </p:nvSpPr>
        <p:spPr>
          <a:xfrm>
            <a:off x="2244435" y="1425388"/>
            <a:ext cx="4426525" cy="4751575"/>
          </a:xfrm>
        </p:spPr>
        <p:txBody>
          <a:bodyPr/>
          <a:lstStyle/>
          <a:p>
            <a:r>
              <a:rPr lang="it-IT"/>
              <a:t>Modifica gli stili del testo dello schema
Secondo livello
Terzo livello
Quarto livello
Quinto livello</a:t>
            </a:r>
          </a:p>
        </p:txBody>
      </p:sp>
      <p:sp>
        <p:nvSpPr>
          <p:cNvPr id="4" name="Segnaposto contenuto 3">
            <a:extLst>
              <a:ext uri="{FF2B5EF4-FFF2-40B4-BE49-F238E27FC236}">
                <a16:creationId xmlns:a16="http://schemas.microsoft.com/office/drawing/2014/main" id="{53CE46FF-F4CE-7A4E-8A96-4EAD8FFC51FA}"/>
              </a:ext>
            </a:extLst>
          </p:cNvPr>
          <p:cNvSpPr>
            <a:spLocks noGrp="1"/>
          </p:cNvSpPr>
          <p:nvPr>
            <p:ph sz="half" idx="2"/>
          </p:nvPr>
        </p:nvSpPr>
        <p:spPr>
          <a:xfrm>
            <a:off x="6927273" y="1425388"/>
            <a:ext cx="4426526" cy="4751575"/>
          </a:xfrm>
        </p:spPr>
        <p:txBody>
          <a:body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44905C2B-E6F7-E94F-AFF2-F3D9C5B0F668}"/>
              </a:ext>
            </a:extLst>
          </p:cNvPr>
          <p:cNvSpPr>
            <a:spLocks noGrp="1"/>
          </p:cNvSpPr>
          <p:nvPr>
            <p:ph type="ftr" sz="quarter" idx="11"/>
          </p:nvPr>
        </p:nvSpPr>
        <p:spPr>
          <a:xfrm>
            <a:off x="2244435" y="6356350"/>
            <a:ext cx="6772564"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D4A4EC58-54F2-8144-A2B5-8F369669D31E}"/>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54928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DBBBC-BE17-A24C-9C84-A04D20793AEF}"/>
              </a:ext>
            </a:extLst>
          </p:cNvPr>
          <p:cNvSpPr>
            <a:spLocks noGrp="1"/>
          </p:cNvSpPr>
          <p:nvPr>
            <p:ph type="title"/>
          </p:nvPr>
        </p:nvSpPr>
        <p:spPr>
          <a:xfrm>
            <a:off x="2133600" y="365125"/>
            <a:ext cx="9221787" cy="1239557"/>
          </a:xfrm>
        </p:spPr>
        <p:txBody>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83943BD-D6E2-E646-AFB8-FDC1C0A8F7E6}"/>
              </a:ext>
            </a:extLst>
          </p:cNvPr>
          <p:cNvSpPr>
            <a:spLocks noGrp="1"/>
          </p:cNvSpPr>
          <p:nvPr>
            <p:ph type="body" idx="1"/>
          </p:nvPr>
        </p:nvSpPr>
        <p:spPr>
          <a:xfrm>
            <a:off x="2133601" y="1681162"/>
            <a:ext cx="4423479" cy="1747837"/>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it-IT" dirty="0"/>
              <a:t>Modifica gli stili del testo dello schema
Secondo livello
Terzo livello
Quarto livello
Quinto livello</a:t>
            </a:r>
          </a:p>
        </p:txBody>
      </p:sp>
      <p:sp>
        <p:nvSpPr>
          <p:cNvPr id="4" name="Segnaposto contenuto 3">
            <a:extLst>
              <a:ext uri="{FF2B5EF4-FFF2-40B4-BE49-F238E27FC236}">
                <a16:creationId xmlns:a16="http://schemas.microsoft.com/office/drawing/2014/main" id="{49F4CA54-39D9-BC40-9A28-25340CE4CDE2}"/>
              </a:ext>
            </a:extLst>
          </p:cNvPr>
          <p:cNvSpPr>
            <a:spLocks noGrp="1"/>
          </p:cNvSpPr>
          <p:nvPr>
            <p:ph sz="half" idx="2"/>
          </p:nvPr>
        </p:nvSpPr>
        <p:spPr>
          <a:xfrm>
            <a:off x="2133600" y="3619500"/>
            <a:ext cx="4423479" cy="2570162"/>
          </a:xfrm>
        </p:spPr>
        <p:txBody>
          <a:bodyPr/>
          <a:lstStyle/>
          <a:p>
            <a:r>
              <a:rPr lang="it-IT" dirty="0"/>
              <a:t>Modifica gli stili del testo dello schema
Secondo livello
Terzo livello
Quarto livello
Quinto livello</a:t>
            </a:r>
          </a:p>
        </p:txBody>
      </p:sp>
      <p:sp>
        <p:nvSpPr>
          <p:cNvPr id="5" name="Segnaposto testo 4">
            <a:extLst>
              <a:ext uri="{FF2B5EF4-FFF2-40B4-BE49-F238E27FC236}">
                <a16:creationId xmlns:a16="http://schemas.microsoft.com/office/drawing/2014/main" id="{2FACC5BB-4745-2F48-9D3C-96D953024038}"/>
              </a:ext>
            </a:extLst>
          </p:cNvPr>
          <p:cNvSpPr>
            <a:spLocks noGrp="1"/>
          </p:cNvSpPr>
          <p:nvPr>
            <p:ph type="body" sz="quarter" idx="3"/>
          </p:nvPr>
        </p:nvSpPr>
        <p:spPr>
          <a:xfrm>
            <a:off x="6908535" y="1681163"/>
            <a:ext cx="4445263" cy="1747836"/>
          </a:xfrm>
        </p:spPr>
        <p:txBody>
          <a:bodyPr anchor="b">
            <a:norm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it-IT" dirty="0"/>
              <a:t>Modifica gli stili del testo dello schema
Secondo livello
Terzo livello
Quarto livello
Quinto livello</a:t>
            </a:r>
          </a:p>
        </p:txBody>
      </p:sp>
      <p:sp>
        <p:nvSpPr>
          <p:cNvPr id="6" name="Segnaposto contenuto 5">
            <a:extLst>
              <a:ext uri="{FF2B5EF4-FFF2-40B4-BE49-F238E27FC236}">
                <a16:creationId xmlns:a16="http://schemas.microsoft.com/office/drawing/2014/main" id="{25C12EEE-2654-BD4D-A3B2-A7E8054A63BA}"/>
              </a:ext>
            </a:extLst>
          </p:cNvPr>
          <p:cNvSpPr>
            <a:spLocks noGrp="1"/>
          </p:cNvSpPr>
          <p:nvPr>
            <p:ph sz="quarter" idx="4"/>
          </p:nvPr>
        </p:nvSpPr>
        <p:spPr>
          <a:xfrm>
            <a:off x="6931909" y="3619499"/>
            <a:ext cx="4423479" cy="2570163"/>
          </a:xfrm>
        </p:spPr>
        <p:txBody>
          <a:bodyPr/>
          <a:lstStyle/>
          <a:p>
            <a:r>
              <a:rPr lang="it-IT" dirty="0"/>
              <a:t>Modifica gli stili del testo dello schema
Secondo livello
Terzo livello
Quarto livello
Quinto livello</a:t>
            </a:r>
          </a:p>
        </p:txBody>
      </p:sp>
      <p:sp>
        <p:nvSpPr>
          <p:cNvPr id="8" name="Segnaposto piè di pagina 7">
            <a:extLst>
              <a:ext uri="{FF2B5EF4-FFF2-40B4-BE49-F238E27FC236}">
                <a16:creationId xmlns:a16="http://schemas.microsoft.com/office/drawing/2014/main" id="{8690D294-EF83-E94E-95E1-CCE5FFD43FC2}"/>
              </a:ext>
            </a:extLst>
          </p:cNvPr>
          <p:cNvSpPr>
            <a:spLocks noGrp="1"/>
          </p:cNvSpPr>
          <p:nvPr>
            <p:ph type="ftr" sz="quarter" idx="11"/>
          </p:nvPr>
        </p:nvSpPr>
        <p:spPr>
          <a:xfrm>
            <a:off x="2133600" y="6356350"/>
            <a:ext cx="6019799" cy="365125"/>
          </a:xfrm>
        </p:spPr>
        <p:txBody>
          <a:bodyPr/>
          <a:lstStyle/>
          <a:p>
            <a:r>
              <a:rPr lang="en-US" dirty="0" err="1"/>
              <a:t>www.xmasdev.net</a:t>
            </a:r>
            <a:endParaRPr lang="en-US" dirty="0"/>
          </a:p>
        </p:txBody>
      </p:sp>
      <p:sp>
        <p:nvSpPr>
          <p:cNvPr id="9" name="Segnaposto numero diapositiva 8">
            <a:extLst>
              <a:ext uri="{FF2B5EF4-FFF2-40B4-BE49-F238E27FC236}">
                <a16:creationId xmlns:a16="http://schemas.microsoft.com/office/drawing/2014/main" id="{45FB5D25-F2D6-754B-85F7-26CF50BEC52F}"/>
              </a:ext>
            </a:extLst>
          </p:cNvPr>
          <p:cNvSpPr>
            <a:spLocks noGrp="1"/>
          </p:cNvSpPr>
          <p:nvPr>
            <p:ph type="sldNum" sz="quarter" idx="12"/>
          </p:nvPr>
        </p:nvSpPr>
        <p:spPr>
          <a:xfrm>
            <a:off x="9280733" y="6356350"/>
            <a:ext cx="2073066"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184714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A9304B-B9CC-4D41-87AB-BB7E52F9E071}"/>
              </a:ext>
            </a:extLst>
          </p:cNvPr>
          <p:cNvSpPr>
            <a:spLocks noGrp="1"/>
          </p:cNvSpPr>
          <p:nvPr>
            <p:ph type="title"/>
          </p:nvPr>
        </p:nvSpPr>
        <p:spPr/>
        <p:txBody>
          <a:bodyPr/>
          <a:lstStyle/>
          <a:p>
            <a:r>
              <a:rPr lang="it-IT"/>
              <a:t>Fare clic per modificare lo stile del titolo dello schema</a:t>
            </a:r>
          </a:p>
        </p:txBody>
      </p:sp>
      <p:sp>
        <p:nvSpPr>
          <p:cNvPr id="4" name="Segnaposto piè di pagina 3">
            <a:extLst>
              <a:ext uri="{FF2B5EF4-FFF2-40B4-BE49-F238E27FC236}">
                <a16:creationId xmlns:a16="http://schemas.microsoft.com/office/drawing/2014/main" id="{03DEF98E-B99B-F147-BE7D-EC97EE9FBC2A}"/>
              </a:ext>
            </a:extLst>
          </p:cNvPr>
          <p:cNvSpPr>
            <a:spLocks noGrp="1"/>
          </p:cNvSpPr>
          <p:nvPr>
            <p:ph type="ftr" sz="quarter" idx="11"/>
          </p:nvPr>
        </p:nvSpPr>
        <p:spPr>
          <a:xfrm>
            <a:off x="2244436" y="6356350"/>
            <a:ext cx="5908964" cy="365125"/>
          </a:xfrm>
        </p:spPr>
        <p:txBody>
          <a:bodyPr/>
          <a:lstStyle/>
          <a:p>
            <a:r>
              <a:rPr lang="en-US" dirty="0" err="1"/>
              <a:t>www.xmasdev.net</a:t>
            </a:r>
            <a:endParaRPr lang="en-US" dirty="0"/>
          </a:p>
        </p:txBody>
      </p:sp>
      <p:sp>
        <p:nvSpPr>
          <p:cNvPr id="5" name="Segnaposto numero diapositiva 4">
            <a:extLst>
              <a:ext uri="{FF2B5EF4-FFF2-40B4-BE49-F238E27FC236}">
                <a16:creationId xmlns:a16="http://schemas.microsoft.com/office/drawing/2014/main" id="{17D15F86-5A03-9343-AF22-C54032061A6E}"/>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76361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E4793560-2FBF-ED4A-AE1B-7F2B5FFD036A}"/>
              </a:ext>
            </a:extLst>
          </p:cNvPr>
          <p:cNvSpPr>
            <a:spLocks noGrp="1"/>
          </p:cNvSpPr>
          <p:nvPr>
            <p:ph type="ftr" sz="quarter" idx="11"/>
          </p:nvPr>
        </p:nvSpPr>
        <p:spPr>
          <a:xfrm>
            <a:off x="2272144" y="6356350"/>
            <a:ext cx="5881255" cy="365125"/>
          </a:xfrm>
        </p:spPr>
        <p:txBody>
          <a:bodyPr/>
          <a:lstStyle/>
          <a:p>
            <a:r>
              <a:rPr lang="en-US" dirty="0" err="1"/>
              <a:t>www.xmasdev.net</a:t>
            </a:r>
            <a:endParaRPr lang="en-US" dirty="0"/>
          </a:p>
        </p:txBody>
      </p:sp>
      <p:sp>
        <p:nvSpPr>
          <p:cNvPr id="4" name="Segnaposto numero diapositiva 3">
            <a:extLst>
              <a:ext uri="{FF2B5EF4-FFF2-40B4-BE49-F238E27FC236}">
                <a16:creationId xmlns:a16="http://schemas.microsoft.com/office/drawing/2014/main" id="{D2CE4FC5-A13F-354F-8C77-A5D71FEB6DDD}"/>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492117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F9302E-C0BE-FF44-B795-6726BB522458}"/>
              </a:ext>
            </a:extLst>
          </p:cNvPr>
          <p:cNvSpPr>
            <a:spLocks noGrp="1"/>
          </p:cNvSpPr>
          <p:nvPr>
            <p:ph type="title"/>
          </p:nvPr>
        </p:nvSpPr>
        <p:spPr>
          <a:xfrm>
            <a:off x="2189018" y="457200"/>
            <a:ext cx="4328323"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553925E-00C3-CF43-8F43-31F0EF6FB4B8}"/>
              </a:ext>
            </a:extLst>
          </p:cNvPr>
          <p:cNvSpPr>
            <a:spLocks noGrp="1"/>
          </p:cNvSpPr>
          <p:nvPr>
            <p:ph idx="1"/>
          </p:nvPr>
        </p:nvSpPr>
        <p:spPr>
          <a:xfrm>
            <a:off x="7121755" y="987425"/>
            <a:ext cx="4233632" cy="4873625"/>
          </a:xfrm>
        </p:spPr>
        <p:txBody>
          <a:bodyPr>
            <a:normAutofit/>
          </a:bodyPr>
          <a:lstStyle>
            <a:lvl1pPr>
              <a:defRPr sz="20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it-IT" dirty="0"/>
              <a:t>Modifica gli stili del testo dello schema
Secondo livello
Terzo livello
Quarto livello
Quinto livello</a:t>
            </a:r>
          </a:p>
        </p:txBody>
      </p:sp>
      <p:sp>
        <p:nvSpPr>
          <p:cNvPr id="4" name="Segnaposto testo 3">
            <a:extLst>
              <a:ext uri="{FF2B5EF4-FFF2-40B4-BE49-F238E27FC236}">
                <a16:creationId xmlns:a16="http://schemas.microsoft.com/office/drawing/2014/main" id="{C3372670-9514-014F-B63E-E00F580595C9}"/>
              </a:ext>
            </a:extLst>
          </p:cNvPr>
          <p:cNvSpPr>
            <a:spLocks noGrp="1"/>
          </p:cNvSpPr>
          <p:nvPr>
            <p:ph type="body" sz="half" idx="2"/>
          </p:nvPr>
        </p:nvSpPr>
        <p:spPr>
          <a:xfrm>
            <a:off x="2189018" y="2057400"/>
            <a:ext cx="432832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640A6857-D8E5-C642-A325-5D9D4C75CB79}"/>
              </a:ext>
            </a:extLst>
          </p:cNvPr>
          <p:cNvSpPr>
            <a:spLocks noGrp="1"/>
          </p:cNvSpPr>
          <p:nvPr>
            <p:ph type="ftr" sz="quarter" idx="11"/>
          </p:nvPr>
        </p:nvSpPr>
        <p:spPr>
          <a:xfrm>
            <a:off x="2189018" y="6356350"/>
            <a:ext cx="5964382"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F0727B93-993F-404C-95D4-57879E51AA50}"/>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245287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Questions">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77F630-7678-1147-B591-63D5C83DCB68}"/>
              </a:ext>
            </a:extLst>
          </p:cNvPr>
          <p:cNvSpPr>
            <a:spLocks noGrp="1"/>
          </p:cNvSpPr>
          <p:nvPr>
            <p:ph type="title"/>
          </p:nvPr>
        </p:nvSpPr>
        <p:spPr>
          <a:xfrm>
            <a:off x="2119745" y="2057400"/>
            <a:ext cx="4747220"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72C62C1C-A289-5742-95B8-2B208F83DCF9}"/>
              </a:ext>
            </a:extLst>
          </p:cNvPr>
          <p:cNvSpPr>
            <a:spLocks noGrp="1"/>
          </p:cNvSpPr>
          <p:nvPr>
            <p:ph type="pic" idx="1"/>
          </p:nvPr>
        </p:nvSpPr>
        <p:spPr>
          <a:xfrm>
            <a:off x="7343453" y="987425"/>
            <a:ext cx="401193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3AECB42-35FC-7849-B2C8-29447AB6E448}"/>
              </a:ext>
            </a:extLst>
          </p:cNvPr>
          <p:cNvSpPr>
            <a:spLocks noGrp="1"/>
          </p:cNvSpPr>
          <p:nvPr>
            <p:ph type="body" sz="half" idx="2"/>
          </p:nvPr>
        </p:nvSpPr>
        <p:spPr>
          <a:xfrm>
            <a:off x="2119745" y="3657600"/>
            <a:ext cx="4747220" cy="2211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9332AD69-85ED-BA49-B365-F92A8AD1E21D}"/>
              </a:ext>
            </a:extLst>
          </p:cNvPr>
          <p:cNvSpPr>
            <a:spLocks noGrp="1"/>
          </p:cNvSpPr>
          <p:nvPr>
            <p:ph type="ftr" sz="quarter" idx="11"/>
          </p:nvPr>
        </p:nvSpPr>
        <p:spPr>
          <a:xfrm>
            <a:off x="2119745" y="6356350"/>
            <a:ext cx="5937503"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99BA05DE-7C04-5D44-BBF9-8DDC28E4B848}"/>
              </a:ext>
            </a:extLst>
          </p:cNvPr>
          <p:cNvSpPr>
            <a:spLocks noGrp="1"/>
          </p:cNvSpPr>
          <p:nvPr>
            <p:ph type="sldNum" sz="quarter" idx="12"/>
          </p:nvPr>
        </p:nvSpPr>
        <p:spPr>
          <a:xfrm>
            <a:off x="9311285" y="6356350"/>
            <a:ext cx="2042513"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1832271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77F630-7678-1147-B591-63D5C83DCB68}"/>
              </a:ext>
            </a:extLst>
          </p:cNvPr>
          <p:cNvSpPr>
            <a:spLocks noGrp="1"/>
          </p:cNvSpPr>
          <p:nvPr>
            <p:ph type="title" hasCustomPrompt="1"/>
          </p:nvPr>
        </p:nvSpPr>
        <p:spPr>
          <a:xfrm>
            <a:off x="2119745" y="457200"/>
            <a:ext cx="4747220" cy="1600200"/>
          </a:xfrm>
        </p:spPr>
        <p:txBody>
          <a:bodyPr anchor="b"/>
          <a:lstStyle>
            <a:lvl1pPr>
              <a:defRPr sz="3200"/>
            </a:lvl1pPr>
          </a:lstStyle>
          <a:p>
            <a:r>
              <a:rPr lang="it-IT" dirty="0"/>
              <a:t>SeSSION FEEDBACK</a:t>
            </a:r>
          </a:p>
        </p:txBody>
      </p:sp>
      <p:sp>
        <p:nvSpPr>
          <p:cNvPr id="3" name="Segnaposto immagine 2">
            <a:extLst>
              <a:ext uri="{FF2B5EF4-FFF2-40B4-BE49-F238E27FC236}">
                <a16:creationId xmlns:a16="http://schemas.microsoft.com/office/drawing/2014/main" id="{72C62C1C-A289-5742-95B8-2B208F83DCF9}"/>
              </a:ext>
            </a:extLst>
          </p:cNvPr>
          <p:cNvSpPr>
            <a:spLocks noGrp="1"/>
          </p:cNvSpPr>
          <p:nvPr>
            <p:ph type="pic" idx="1"/>
          </p:nvPr>
        </p:nvSpPr>
        <p:spPr>
          <a:xfrm>
            <a:off x="7343453" y="987425"/>
            <a:ext cx="401193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C3AECB42-35FC-7849-B2C8-29447AB6E448}"/>
              </a:ext>
            </a:extLst>
          </p:cNvPr>
          <p:cNvSpPr>
            <a:spLocks noGrp="1"/>
          </p:cNvSpPr>
          <p:nvPr>
            <p:ph type="body" sz="half" idx="2"/>
          </p:nvPr>
        </p:nvSpPr>
        <p:spPr>
          <a:xfrm>
            <a:off x="2119745" y="2057400"/>
            <a:ext cx="47472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9332AD69-85ED-BA49-B365-F92A8AD1E21D}"/>
              </a:ext>
            </a:extLst>
          </p:cNvPr>
          <p:cNvSpPr>
            <a:spLocks noGrp="1"/>
          </p:cNvSpPr>
          <p:nvPr>
            <p:ph type="ftr" sz="quarter" idx="11"/>
          </p:nvPr>
        </p:nvSpPr>
        <p:spPr>
          <a:xfrm>
            <a:off x="2119745" y="6356350"/>
            <a:ext cx="5937503"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99BA05DE-7C04-5D44-BBF9-8DDC28E4B848}"/>
              </a:ext>
            </a:extLst>
          </p:cNvPr>
          <p:cNvSpPr>
            <a:spLocks noGrp="1"/>
          </p:cNvSpPr>
          <p:nvPr>
            <p:ph type="sldNum" sz="quarter" idx="12"/>
          </p:nvPr>
        </p:nvSpPr>
        <p:spPr>
          <a:xfrm>
            <a:off x="9311285" y="6356350"/>
            <a:ext cx="2042513"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4149658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Vot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77F630-7678-1147-B591-63D5C83DCB68}"/>
              </a:ext>
            </a:extLst>
          </p:cNvPr>
          <p:cNvSpPr>
            <a:spLocks noGrp="1"/>
          </p:cNvSpPr>
          <p:nvPr>
            <p:ph type="title"/>
          </p:nvPr>
        </p:nvSpPr>
        <p:spPr>
          <a:xfrm>
            <a:off x="2119745" y="457199"/>
            <a:ext cx="4747220" cy="3140015"/>
          </a:xfrm>
        </p:spPr>
        <p:txBody>
          <a:bodyPr anchor="b"/>
          <a:lstStyle>
            <a:lvl1pPr>
              <a:defRPr sz="3200"/>
            </a:lvl1pPr>
          </a:lstStyle>
          <a:p>
            <a:r>
              <a:rPr lang="it-IT" dirty="0"/>
              <a:t>Fare clic per modificare lo stile del titolo dello schema</a:t>
            </a:r>
          </a:p>
        </p:txBody>
      </p:sp>
      <p:sp>
        <p:nvSpPr>
          <p:cNvPr id="3" name="Segnaposto immagine 2">
            <a:extLst>
              <a:ext uri="{FF2B5EF4-FFF2-40B4-BE49-F238E27FC236}">
                <a16:creationId xmlns:a16="http://schemas.microsoft.com/office/drawing/2014/main" id="{72C62C1C-A289-5742-95B8-2B208F83DCF9}"/>
              </a:ext>
            </a:extLst>
          </p:cNvPr>
          <p:cNvSpPr>
            <a:spLocks noGrp="1"/>
          </p:cNvSpPr>
          <p:nvPr>
            <p:ph type="pic" idx="1"/>
          </p:nvPr>
        </p:nvSpPr>
        <p:spPr>
          <a:xfrm>
            <a:off x="7343453" y="987425"/>
            <a:ext cx="401193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3AECB42-35FC-7849-B2C8-29447AB6E448}"/>
              </a:ext>
            </a:extLst>
          </p:cNvPr>
          <p:cNvSpPr>
            <a:spLocks noGrp="1"/>
          </p:cNvSpPr>
          <p:nvPr>
            <p:ph type="body" sz="half" idx="2"/>
          </p:nvPr>
        </p:nvSpPr>
        <p:spPr>
          <a:xfrm>
            <a:off x="2119745" y="3786996"/>
            <a:ext cx="4747220" cy="208199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9332AD69-85ED-BA49-B365-F92A8AD1E21D}"/>
              </a:ext>
            </a:extLst>
          </p:cNvPr>
          <p:cNvSpPr>
            <a:spLocks noGrp="1"/>
          </p:cNvSpPr>
          <p:nvPr>
            <p:ph type="ftr" sz="quarter" idx="11"/>
          </p:nvPr>
        </p:nvSpPr>
        <p:spPr>
          <a:xfrm>
            <a:off x="2119745" y="6356350"/>
            <a:ext cx="5937503"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99BA05DE-7C04-5D44-BBF9-8DDC28E4B848}"/>
              </a:ext>
            </a:extLst>
          </p:cNvPr>
          <p:cNvSpPr>
            <a:spLocks noGrp="1"/>
          </p:cNvSpPr>
          <p:nvPr>
            <p:ph type="sldNum" sz="quarter" idx="12"/>
          </p:nvPr>
        </p:nvSpPr>
        <p:spPr>
          <a:xfrm>
            <a:off x="9311285" y="6356350"/>
            <a:ext cx="2042513"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2025557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8AFC9E-C3D0-EC4C-819F-B9897FB24BE4}"/>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ED1E33-82AB-1C47-AD66-3C17A97059E4}"/>
              </a:ext>
            </a:extLst>
          </p:cNvPr>
          <p:cNvSpPr>
            <a:spLocks noGrp="1"/>
          </p:cNvSpPr>
          <p:nvPr>
            <p:ph type="body" orient="vert" idx="1"/>
          </p:nvPr>
        </p:nvSpPr>
        <p:spPr/>
        <p:txBody>
          <a:bodyPr vert="eaVert"/>
          <a:lstStyle/>
          <a:p>
            <a:r>
              <a:rPr lang="it-IT"/>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626AE962-3CC7-514B-A7E0-A4896053F543}"/>
              </a:ext>
            </a:extLst>
          </p:cNvPr>
          <p:cNvSpPr>
            <a:spLocks noGrp="1"/>
          </p:cNvSpPr>
          <p:nvPr>
            <p:ph type="ftr" sz="quarter" idx="11"/>
          </p:nvPr>
        </p:nvSpPr>
        <p:spPr>
          <a:xfrm>
            <a:off x="2244436" y="6356350"/>
            <a:ext cx="6576835"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1ECD7985-233F-664F-81E9-92691A1282C7}"/>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1279469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F36D5C0A-DDA3-0247-ABBD-EA281F51E716}"/>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DB55914-D685-B249-895F-F2B1F40D3178}"/>
              </a:ext>
            </a:extLst>
          </p:cNvPr>
          <p:cNvSpPr>
            <a:spLocks noGrp="1"/>
          </p:cNvSpPr>
          <p:nvPr>
            <p:ph type="body" orient="vert" idx="1"/>
          </p:nvPr>
        </p:nvSpPr>
        <p:spPr>
          <a:xfrm>
            <a:off x="2313708" y="365125"/>
            <a:ext cx="6258791" cy="5811838"/>
          </a:xfrm>
        </p:spPr>
        <p:txBody>
          <a:bodyPr vert="eaVert"/>
          <a:lstStyle/>
          <a:p>
            <a:r>
              <a:rPr lang="it-IT"/>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297C6043-8888-FE45-8438-E4381ECD72C5}"/>
              </a:ext>
            </a:extLst>
          </p:cNvPr>
          <p:cNvSpPr>
            <a:spLocks noGrp="1"/>
          </p:cNvSpPr>
          <p:nvPr>
            <p:ph type="ftr" sz="quarter" idx="11"/>
          </p:nvPr>
        </p:nvSpPr>
        <p:spPr>
          <a:xfrm>
            <a:off x="2313708" y="6356350"/>
            <a:ext cx="6258792"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22101684-9446-AD4E-9B19-B1B163A7E581}"/>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838723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Immagine 8" descr="Immagine che contiene testo&#10;&#10;Descrizione generata automaticamente">
            <a:extLst>
              <a:ext uri="{FF2B5EF4-FFF2-40B4-BE49-F238E27FC236}">
                <a16:creationId xmlns:a16="http://schemas.microsoft.com/office/drawing/2014/main" id="{7650BB7A-A5FD-4D0C-A3BA-84D415793FB5}"/>
              </a:ext>
            </a:extLst>
          </p:cNvPr>
          <p:cNvPicPr>
            <a:picLocks noChangeAspect="1"/>
          </p:cNvPicPr>
          <p:nvPr userDrawn="1"/>
        </p:nvPicPr>
        <p:blipFill>
          <a:blip r:embed="rId20"/>
          <a:stretch>
            <a:fillRect/>
          </a:stretch>
        </p:blipFill>
        <p:spPr>
          <a:xfrm>
            <a:off x="-1628" y="0"/>
            <a:ext cx="1950720" cy="6858000"/>
          </a:xfrm>
          <a:prstGeom prst="rect">
            <a:avLst/>
          </a:prstGeom>
        </p:spPr>
      </p:pic>
      <p:sp>
        <p:nvSpPr>
          <p:cNvPr id="4" name="Rettangolo 3">
            <a:extLst>
              <a:ext uri="{FF2B5EF4-FFF2-40B4-BE49-F238E27FC236}">
                <a16:creationId xmlns:a16="http://schemas.microsoft.com/office/drawing/2014/main" id="{FD701C37-F76E-416D-A1CC-CB0381EA3AD7}"/>
              </a:ext>
            </a:extLst>
          </p:cNvPr>
          <p:cNvSpPr/>
          <p:nvPr userDrawn="1"/>
        </p:nvSpPr>
        <p:spPr>
          <a:xfrm>
            <a:off x="1971" y="3429000"/>
            <a:ext cx="1952277" cy="32924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sp>
        <p:nvSpPr>
          <p:cNvPr id="2" name="Segnaposto titolo 1">
            <a:extLst>
              <a:ext uri="{FF2B5EF4-FFF2-40B4-BE49-F238E27FC236}">
                <a16:creationId xmlns:a16="http://schemas.microsoft.com/office/drawing/2014/main" id="{81113162-F337-9448-AD18-D8D9B0EAF71F}"/>
              </a:ext>
            </a:extLst>
          </p:cNvPr>
          <p:cNvSpPr>
            <a:spLocks noGrp="1"/>
          </p:cNvSpPr>
          <p:nvPr>
            <p:ph type="title"/>
          </p:nvPr>
        </p:nvSpPr>
        <p:spPr>
          <a:xfrm>
            <a:off x="2244436" y="365125"/>
            <a:ext cx="9109364" cy="803275"/>
          </a:xfrm>
          <a:prstGeom prst="rect">
            <a:avLst/>
          </a:prstGeom>
        </p:spPr>
        <p:txBody>
          <a:bodyPr vert="horz" lIns="91440" tIns="45720" rIns="91440" bIns="45720" rtlCol="0" anchor="t">
            <a:norm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D108949-3D32-A044-B8E1-2D8D0CADFDE3}"/>
              </a:ext>
            </a:extLst>
          </p:cNvPr>
          <p:cNvSpPr>
            <a:spLocks noGrp="1"/>
          </p:cNvSpPr>
          <p:nvPr>
            <p:ph type="body" idx="1"/>
          </p:nvPr>
        </p:nvSpPr>
        <p:spPr>
          <a:xfrm>
            <a:off x="2244436" y="1346200"/>
            <a:ext cx="9109364" cy="4830763"/>
          </a:xfrm>
          <a:prstGeom prst="rect">
            <a:avLst/>
          </a:prstGeom>
        </p:spPr>
        <p:txBody>
          <a:bodyPr vert="horz" lIns="91440" tIns="45720" rIns="91440" bIns="45720" rtlCol="0">
            <a:normAutofit/>
          </a:body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EDC603CA-4C5E-914A-B191-8600360AC3FE}"/>
              </a:ext>
            </a:extLst>
          </p:cNvPr>
          <p:cNvSpPr>
            <a:spLocks noGrp="1"/>
          </p:cNvSpPr>
          <p:nvPr>
            <p:ph type="ftr" sz="quarter" idx="3"/>
          </p:nvPr>
        </p:nvSpPr>
        <p:spPr>
          <a:xfrm>
            <a:off x="2244435" y="6356350"/>
            <a:ext cx="5908963" cy="365125"/>
          </a:xfrm>
          <a:prstGeom prst="rect">
            <a:avLst/>
          </a:prstGeom>
        </p:spPr>
        <p:txBody>
          <a:bodyPr vert="horz" lIns="91440" tIns="45720" rIns="91440" bIns="45720" rtlCol="0" anchor="ctr"/>
          <a:lstStyle>
            <a:lvl1pPr algn="l">
              <a:defRPr sz="1200">
                <a:solidFill>
                  <a:schemeClr val="tx1">
                    <a:tint val="75000"/>
                  </a:schemeClr>
                </a:solidFill>
                <a:latin typeface="Raleway" panose="020B0503030101060003" pitchFamily="34" charset="77"/>
              </a:defRPr>
            </a:lvl1p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840421B7-0C2A-2C49-B5E3-DE988B208C73}"/>
              </a:ext>
            </a:extLst>
          </p:cNvPr>
          <p:cNvSpPr>
            <a:spLocks noGrp="1"/>
          </p:cNvSpPr>
          <p:nvPr>
            <p:ph type="sldNum" sz="quarter" idx="4"/>
          </p:nvPr>
        </p:nvSpPr>
        <p:spPr>
          <a:xfrm>
            <a:off x="9146289" y="6356350"/>
            <a:ext cx="220751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7297A4-9A49-8F45-8BB8-FCFEA36B5158}" type="slidenum">
              <a:rPr lang="it-IT" smtClean="0"/>
              <a:t>‹N›</a:t>
            </a:fld>
            <a:endParaRPr lang="it-IT"/>
          </a:p>
        </p:txBody>
      </p:sp>
    </p:spTree>
    <p:extLst>
      <p:ext uri="{BB962C8B-B14F-4D97-AF65-F5344CB8AC3E}">
        <p14:creationId xmlns:p14="http://schemas.microsoft.com/office/powerpoint/2010/main" val="212522786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4" r:id="rId4"/>
    <p:sldLayoutId id="2147483662" r:id="rId5"/>
    <p:sldLayoutId id="2147483663" r:id="rId6"/>
    <p:sldLayoutId id="2147483650" r:id="rId7"/>
    <p:sldLayoutId id="2147483651" r:id="rId8"/>
    <p:sldLayoutId id="2147483652" r:id="rId9"/>
    <p:sldLayoutId id="2147483653" r:id="rId10"/>
    <p:sldLayoutId id="2147483654" r:id="rId11"/>
    <p:sldLayoutId id="2147483655" r:id="rId12"/>
    <p:sldLayoutId id="2147483656" r:id="rId13"/>
    <p:sldLayoutId id="2147483666" r:id="rId14"/>
    <p:sldLayoutId id="2147483657" r:id="rId15"/>
    <p:sldLayoutId id="2147483665" r:id="rId16"/>
    <p:sldLayoutId id="2147483658" r:id="rId17"/>
    <p:sldLayoutId id="2147483659" r:id="rId18"/>
  </p:sldLayoutIdLst>
  <p:txStyles>
    <p:titleStyle>
      <a:lvl1pPr algn="l" defTabSz="914400" rtl="0" eaLnBrk="1" latinLnBrk="0" hangingPunct="1">
        <a:lnSpc>
          <a:spcPct val="90000"/>
        </a:lnSpc>
        <a:spcBef>
          <a:spcPct val="0"/>
        </a:spcBef>
        <a:buNone/>
        <a:defRPr sz="3600" kern="1200">
          <a:solidFill>
            <a:srgbClr val="C00000"/>
          </a:solidFill>
          <a:latin typeface="Bebas Neue" panose="020B0606020202050201" pitchFamily="34" charset="77"/>
          <a:ea typeface="+mj-ea"/>
          <a:cs typeface="+mj-cs"/>
        </a:defRPr>
      </a:lvl1pPr>
    </p:titleStyle>
    <p:body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000" kern="1200">
          <a:solidFill>
            <a:srgbClr val="C00000"/>
          </a:solidFill>
          <a:latin typeface="Raleway" panose="020B05030301010600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Session Banner - How to use AI to talk with Santa Claus using Vector Search for Better Performance and Cost Reduction</a:t>
            </a:r>
          </a:p>
        </p:txBody>
      </p:sp>
      <p:grpSp>
        <p:nvGrpSpPr>
          <p:cNvPr id="5" name="Gruppo 4">
            <a:extLst>
              <a:ext uri="{FF2B5EF4-FFF2-40B4-BE49-F238E27FC236}">
                <a16:creationId xmlns:a16="http://schemas.microsoft.com/office/drawing/2014/main" id="{1E3A390A-91D6-6EAC-D49F-4B966A142386}"/>
              </a:ext>
            </a:extLst>
          </p:cNvPr>
          <p:cNvGrpSpPr/>
          <p:nvPr/>
        </p:nvGrpSpPr>
        <p:grpSpPr>
          <a:xfrm>
            <a:off x="0" y="0"/>
            <a:ext cx="12192000" cy="6858000"/>
            <a:chOff x="0" y="0"/>
            <a:chExt cx="12192000" cy="6858000"/>
          </a:xfrm>
        </p:grpSpPr>
        <p:pic>
          <p:nvPicPr>
            <p:cNvPr id="3" name="Banner for How to use AI to talk with Santa Claus using Vector Search for Better Performance and Cost Reduction by Mihail Mateev" descr="1033660.jpeg"/>
            <p:cNvPicPr>
              <a:picLocks noChangeAspect="1"/>
            </p:cNvPicPr>
            <p:nvPr/>
          </p:nvPicPr>
          <p:blipFill>
            <a:blip r:embed="rId3"/>
            <a:stretch>
              <a:fillRect/>
            </a:stretch>
          </p:blipFill>
          <p:spPr>
            <a:xfrm>
              <a:off x="0" y="0"/>
              <a:ext cx="12192000" cy="6858000"/>
            </a:xfrm>
            <a:prstGeom prst="rect">
              <a:avLst/>
            </a:prstGeom>
          </p:spPr>
        </p:pic>
        <p:sp>
          <p:nvSpPr>
            <p:cNvPr id="4" name="Rettangolo 3">
              <a:extLst>
                <a:ext uri="{FF2B5EF4-FFF2-40B4-BE49-F238E27FC236}">
                  <a16:creationId xmlns:a16="http://schemas.microsoft.com/office/drawing/2014/main" id="{A79D2459-96CC-862A-D0F7-08B9E0ACBD43}"/>
                </a:ext>
              </a:extLst>
            </p:cNvPr>
            <p:cNvSpPr/>
            <p:nvPr/>
          </p:nvSpPr>
          <p:spPr>
            <a:xfrm>
              <a:off x="11036968" y="6096000"/>
              <a:ext cx="850232" cy="762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txBox="1"/>
          <p:nvPr/>
        </p:nvSpPr>
        <p:spPr>
          <a:xfrm>
            <a:off x="-9144000" y="-914400"/>
            <a:ext cx="7315200" cy="457200"/>
          </a:xfrm>
          <a:prstGeom prst="rect">
            <a:avLst/>
          </a:prstGeom>
          <a:noFill/>
        </p:spPr>
        <p:txBody>
          <a:bodyPr wrap="none">
            <a:spAutoFit/>
          </a:bodyPr>
          <a:lstStyle/>
          <a:p>
            <a:r>
              <a:t>How to use AI to talk with Santa Claus using Vector Search for Better Performance and Cost Reduction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txBox="1"/>
          <p:nvPr/>
        </p:nvSpPr>
        <p:spPr>
          <a:xfrm>
            <a:off x="-9144000" y="-914400"/>
            <a:ext cx="7315200" cy="457200"/>
          </a:xfrm>
          <a:prstGeom prst="rect">
            <a:avLst/>
          </a:prstGeom>
          <a:noFill/>
        </p:spPr>
        <p:txBody>
          <a:bodyPr wrap="none">
            <a:spAutoFit/>
          </a:bodyPr>
          <a:lstStyle/>
          <a:p>
            <a:r>
              <a:t>Event Sponsors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tNetCode">
            <a:extLst>
              <a:ext uri="{FF2B5EF4-FFF2-40B4-BE49-F238E27FC236}">
                <a16:creationId xmlns:a16="http://schemas.microsoft.com/office/drawing/2014/main" id="{74FB081C-38E0-EA88-31BE-62E10732F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2455" y="1423133"/>
            <a:ext cx="1718896" cy="1718896"/>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0743032C-85CE-03F6-1862-C7E1F3C860BB}"/>
              </a:ext>
            </a:extLst>
          </p:cNvPr>
          <p:cNvSpPr txBox="1"/>
          <p:nvPr/>
        </p:nvSpPr>
        <p:spPr>
          <a:xfrm>
            <a:off x="3980501" y="331149"/>
            <a:ext cx="6099906" cy="369332"/>
          </a:xfrm>
          <a:prstGeom prst="rect">
            <a:avLst/>
          </a:prstGeom>
          <a:noFill/>
        </p:spPr>
        <p:txBody>
          <a:bodyPr wrap="square">
            <a:spAutoFit/>
          </a:bodyPr>
          <a:lstStyle/>
          <a:p>
            <a:pPr algn="ctr"/>
            <a:r>
              <a:rPr lang="it-IT" sz="1800" b="1" i="0" dirty="0">
                <a:solidFill>
                  <a:srgbClr val="E02B20"/>
                </a:solidFill>
                <a:effectLst/>
                <a:latin typeface="Open Sans" panose="020B0606030504020204" pitchFamily="34" charset="0"/>
              </a:rPr>
              <a:t>Community</a:t>
            </a:r>
            <a:endParaRPr lang="it-IT" sz="1800" dirty="0"/>
          </a:p>
        </p:txBody>
      </p:sp>
      <p:pic>
        <p:nvPicPr>
          <p:cNvPr id="1028" name="Picture 4" descr="DotNet Abruzzo">
            <a:extLst>
              <a:ext uri="{FF2B5EF4-FFF2-40B4-BE49-F238E27FC236}">
                <a16:creationId xmlns:a16="http://schemas.microsoft.com/office/drawing/2014/main" id="{B555602F-166D-B308-F5D7-A4E1F548C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8521" y="3911648"/>
            <a:ext cx="1926764" cy="19267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tNet Toscana">
            <a:extLst>
              <a:ext uri="{FF2B5EF4-FFF2-40B4-BE49-F238E27FC236}">
                <a16:creationId xmlns:a16="http://schemas.microsoft.com/office/drawing/2014/main" id="{9B1AA3F3-C271-EE6D-A72E-2B434689AF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8133" y="1249755"/>
            <a:ext cx="1892274" cy="1892274"/>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6">
            <a:extLst>
              <a:ext uri="{FF2B5EF4-FFF2-40B4-BE49-F238E27FC236}">
                <a16:creationId xmlns:a16="http://schemas.microsoft.com/office/drawing/2014/main" id="{92C24794-BD4E-4B7F-5783-9989C48E4045}"/>
              </a:ext>
            </a:extLst>
          </p:cNvPr>
          <p:cNvPicPr>
            <a:picLocks noChangeAspect="1"/>
          </p:cNvPicPr>
          <p:nvPr/>
        </p:nvPicPr>
        <p:blipFill>
          <a:blip r:embed="rId5"/>
          <a:stretch>
            <a:fillRect/>
          </a:stretch>
        </p:blipFill>
        <p:spPr>
          <a:xfrm>
            <a:off x="7564634" y="4315193"/>
            <a:ext cx="3139272" cy="1119674"/>
          </a:xfrm>
          <a:prstGeom prst="rect">
            <a:avLst/>
          </a:prstGeom>
        </p:spPr>
      </p:pic>
    </p:spTree>
    <p:extLst>
      <p:ext uri="{BB962C8B-B14F-4D97-AF65-F5344CB8AC3E}">
        <p14:creationId xmlns:p14="http://schemas.microsoft.com/office/powerpoint/2010/main" val="277255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mo Section Title"/>
          <p:cNvSpPr>
            <a:spLocks noGrp="1"/>
          </p:cNvSpPr>
          <p:nvPr>
            <p:ph type="title"/>
          </p:nvPr>
        </p:nvSpPr>
        <p:spPr/>
        <p:txBody>
          <a:bodyPr>
            <a:normAutofit fontScale="90000"/>
          </a:bodyPr>
          <a:lstStyle/>
          <a:p>
            <a:r>
              <a:t>Demo: How to use AI to talk with Santa Claus using Vector Search for Better Performance and Cost Reduction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oting Call to Action"/>
          <p:cNvSpPr>
            <a:spLocks noGrp="1"/>
          </p:cNvSpPr>
          <p:nvPr>
            <p:ph type="title"/>
          </p:nvPr>
        </p:nvSpPr>
        <p:spPr/>
        <p:txBody>
          <a:bodyPr/>
          <a:lstStyle/>
          <a:p>
            <a:r>
              <a:t>Please Vote for This Session</a:t>
            </a:r>
          </a:p>
        </p:txBody>
      </p:sp>
      <p:pic>
        <p:nvPicPr>
          <p:cNvPr id="3" name="QR Code for voting on How to use AI to talk with Santa Claus using Vector Search for Better Performance and Cost Reduction" descr="temp_voteQr.png"/>
          <p:cNvPicPr>
            <a:picLocks noGrp="1" noChangeAspect="1"/>
          </p:cNvPicPr>
          <p:nvPr>
            <p:ph type="pic" idx="1"/>
          </p:nvPr>
        </p:nvPicPr>
        <p:blipFill>
          <a:blip r:embed="rId3"/>
          <a:srcRect l="8840" r="8840"/>
          <a:stretch>
            <a:fillRect/>
          </a:stretch>
        </p:blipFill>
        <p:spPr/>
      </p:pic>
      <p:sp>
        <p:nvSpPr>
          <p:cNvPr id="4" name="Alternative Voting URL"/>
          <p:cNvSpPr>
            <a:spLocks noGrp="1"/>
          </p:cNvSpPr>
          <p:nvPr>
            <p:ph type="body" sz="half" idx="2"/>
          </p:nvPr>
        </p:nvSpPr>
        <p:spPr/>
        <p:txBody>
          <a:bodyPr/>
          <a:lstStyle/>
          <a:p>
            <a:r>
              <a:t>Vote online at:</a:t>
            </a:r>
          </a:p>
          <a:p>
            <a:r>
              <a:t>https://vote.dotnetdev.it/vote/xqt335vh/1033660</a:t>
            </a:r>
          </a:p>
        </p:txBody>
      </p:sp>
      <p:sp>
        <p:nvSpPr>
          <p:cNvPr id="5"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How to use AI to talk with Santa Claus using Vector Search for Better Performance and Cost Reduction</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11</TotalTime>
  <Words>348</Words>
  <Application>Microsoft Office PowerPoint</Application>
  <PresentationFormat>Widescreen</PresentationFormat>
  <Paragraphs>16</Paragraphs>
  <Slides>7</Slides>
  <Notes>6</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7</vt:i4>
      </vt:variant>
    </vt:vector>
  </HeadingPairs>
  <TitlesOfParts>
    <vt:vector size="13" baseType="lpstr">
      <vt:lpstr>Arial</vt:lpstr>
      <vt:lpstr>Bebas Neue</vt:lpstr>
      <vt:lpstr>Calibri</vt:lpstr>
      <vt:lpstr>Open Sans</vt:lpstr>
      <vt:lpstr>Raleway</vt:lpstr>
      <vt:lpstr>Tema di Office</vt:lpstr>
      <vt:lpstr>Presentazione standard di PowerPoint</vt:lpstr>
      <vt:lpstr>Presentazione standard di PowerPoint</vt:lpstr>
      <vt:lpstr>Presentazione standard di PowerPoint</vt:lpstr>
      <vt:lpstr>Presentazione standard di PowerPoint</vt:lpstr>
      <vt:lpstr>Demo: How to use AI to talk with Santa Claus using Vector Search for Better Performance and Cost Reduction</vt:lpstr>
      <vt:lpstr>Questions &amp; Discussion</vt:lpstr>
      <vt:lpstr>Please Vote for This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How to use AI to talk with Santa Claus using Vector Search for Better Performance and Cost Reduction</dc:title>
  <dc:subject>Conference session: How to use AI to talk with Santa Claus using Vector Search for Better Performance and Cost Reduction</dc:subject>
  <dc:creator>Carmine Alfano</dc:creator>
  <cp:lastModifiedBy>Ivan Persiani</cp:lastModifiedBy>
  <cp:revision>57</cp:revision>
  <dcterms:created xsi:type="dcterms:W3CDTF">2018-11-12T16:34:34Z</dcterms:created>
  <dcterms:modified xsi:type="dcterms:W3CDTF">2025-12-01T21:08:05Z</dcterms:modified>
</cp:coreProperties>
</file>