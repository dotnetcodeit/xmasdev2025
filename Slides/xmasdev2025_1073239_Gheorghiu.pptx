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120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08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'Babbo Natale per i dati?'. The session is presented by: Catalin Gheorghiu.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'Babbo Natale per i dati?'. Presented by: Catalin Gheorghiu.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'Babbo Natale per i dati?'.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'Babbo Natale per i dati?'.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'Babbo Natale per i dati?'. Ask audience to scan the QR code or visit https://vote.dotnetdev.it/vote/xqt335vh/1073239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Babbo Natale per i dati?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B51D370A-F957-35F4-DF29-FA0738A0679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Babbo Natale per i dati? by Catalin Gheorghiu" descr="1073239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74DAAE92-E4A8-125C-CC14-FA4F81A1A600}"/>
                </a:ext>
              </a:extLst>
            </p:cNvPr>
            <p:cNvSpPr/>
            <p:nvPr/>
          </p:nvSpPr>
          <p:spPr>
            <a:xfrm>
              <a:off x="11004884" y="6096000"/>
              <a:ext cx="994611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Babbo Natale per i dati?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Babbo Natale per i dati?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Babbo Natale per i dati?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https://vote.dotnetdev.it/vote/xqt335vh/1073239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Babbo Natale per i dati?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235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Babbo Natale per i dati?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Babbo Natale per i dati?</dc:title>
  <dc:subject>Conference session: Babbo Natale per i dati?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2025-12-01T21:12:09Z</dcterms:modified>
</cp:coreProperties>
</file>