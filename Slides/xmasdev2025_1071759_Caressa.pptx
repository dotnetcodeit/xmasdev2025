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2" autoAdjust="0"/>
    <p:restoredTop sz="94684"/>
  </p:normalViewPr>
  <p:slideViewPr>
    <p:cSldViewPr snapToGrid="0" snapToObjects="1">
      <p:cViewPr varScale="1">
        <p:scale>
          <a:sx n="81" d="100"/>
          <a:sy n="81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90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'Regali sotto l'albero binario'. The session is presented by: Paolo Caressa.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'Regali sotto l'albero binario'. Presented by: Paolo Caressa.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'Regali sotto l'albero binario'.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'Regali sotto l'albero binario'.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'Regali sotto l'albero binario'. Ask audience to scan the QR code or visit https://vote.dotnetdev.it/vote/xqt335vh/1071759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Regali sotto l'albero binario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9722D69A-142F-07F8-C322-76F89AA8400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Banner for Regali sotto l'albero binario by Paolo Caressa" descr="1071759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8F0572D6-DBDF-5737-8651-4528802F8171}"/>
                </a:ext>
              </a:extLst>
            </p:cNvPr>
            <p:cNvSpPr/>
            <p:nvPr/>
          </p:nvSpPr>
          <p:spPr>
            <a:xfrm>
              <a:off x="10960925" y="5985164"/>
              <a:ext cx="938150" cy="8728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Regali sotto l'albero binario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Regali sotto l'albero binario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Regali sotto l'albero binario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Vote online at:</a:t>
            </a:r>
          </a:p>
          <a:p>
            <a:r>
              <a:t>https://vote.dotnetdev.it/vote/xqt335vh/1071759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Regali sotto l'albero binario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222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Regali sotto l'albero binario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Regali sotto l'albero binario</dc:title>
  <dc:subject>Conference session: Regali sotto l'albero binario</dc:subject>
  <dc:creator>Carmine Alfano</dc:creator>
  <cp:lastModifiedBy>Ivan Persiani</cp:lastModifiedBy>
  <cp:revision>57</cp:revision>
  <dcterms:created xsi:type="dcterms:W3CDTF">2018-11-12T16:34:34Z</dcterms:created>
  <dcterms:modified xsi:type="dcterms:W3CDTF">2025-12-01T21:11:20Z</dcterms:modified>
</cp:coreProperties>
</file>