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7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'Un Natale da DevOps: Mamma, ho perso l’A.I.!'. The session is presented by: Francesco Gallo.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'Un Natale da DevOps: Mamma, ho perso l’A.I.!'. Presented by: Francesco Gallo.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'Un Natale da DevOps: Mamma, ho perso l’A.I.!'.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'Un Natale da DevOps: Mamma, ho perso l’A.I.!'.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'Un Natale da DevOps: Mamma, ho perso l’A.I.!'. Ask audience to scan the QR code or visit https://vote.dotnetdev.it/vote/xqt335vh/1070532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Un Natale da DevOps: Mamma, ho perso l’A.I.!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F33A8DA5-6008-C54A-421B-156F59C11F8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Un Natale da DevOps: Mamma, ho perso l’A.I.! by Francesco Gallo" descr="1070532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0B5F7B97-088E-61E9-AEB4-237F1B9BBB83}"/>
                </a:ext>
              </a:extLst>
            </p:cNvPr>
            <p:cNvSpPr/>
            <p:nvPr/>
          </p:nvSpPr>
          <p:spPr>
            <a:xfrm>
              <a:off x="11004884" y="6031832"/>
              <a:ext cx="834190" cy="826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 Natale da DevOps: Mamma, ho perso l’A.I.!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Un Natale da DevOps: Mamma, ho perso l’A.I.!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Un Natale da DevOps: Mamma, ho perso l’A.I.!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https://vote.dotnetdev.it/vote/xqt335vh/1070532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Un Natale da DevOps: Mamma, ho perso l’A.I.!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298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Un Natale da DevOps: Mamma, ho perso l’A.I.!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Un Natale da DevOps: Mamma, ho perso l’A.I.!</dc:title>
  <dc:subject>Conference session: Un Natale da DevOps: Mamma, ho perso l’A.I.!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2025-12-01T21:10:38Z</dcterms:modified>
</cp:coreProperties>
</file>